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9" r:id="rId33"/>
    <p:sldId id="287" r:id="rId34"/>
    <p:sldId id="288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0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6DD26-32A4-2A43-990A-6F7E5E73786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1988820"/>
            <a:ext cx="1508760" cy="153162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2497454" y="1026830"/>
            <a:ext cx="4166707" cy="4941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664210">
              <a:lnSpc>
                <a:spcPct val="100000"/>
              </a:lnSpc>
            </a:pPr>
            <a:r>
              <a:rPr lang="en-US" altLang="zh-CN" sz="3000" b="1" spc="94" dirty="0">
                <a:solidFill>
                  <a:srgbClr val="BF4F4C"/>
                </a:solidFill>
                <a:latin typeface="Times New Roman"/>
                <a:ea typeface="Times New Roman"/>
              </a:rPr>
              <a:t>SYMPTOCA</a:t>
            </a:r>
            <a:r>
              <a:rPr lang="en-US" altLang="zh-CN" sz="3000" b="1" spc="89" dirty="0">
                <a:solidFill>
                  <a:srgbClr val="BF4F4C"/>
                </a:solidFill>
                <a:latin typeface="Times New Roman"/>
                <a:ea typeface="Times New Roman"/>
              </a:rPr>
              <a:t>RE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450"/>
              </a:lnSpc>
            </a:pPr>
            <a:endParaRPr lang="en-US" dirty="0" smtClean="0"/>
          </a:p>
          <a:p>
            <a:pPr marL="1100454" indent="37211" hangingPunct="0">
              <a:lnSpc>
                <a:spcPct val="139583"/>
              </a:lnSpc>
            </a:pPr>
            <a:r>
              <a:rPr lang="en-US" altLang="zh-CN" sz="1700" b="1" spc="75" dirty="0">
                <a:solidFill>
                  <a:srgbClr val="000000"/>
                </a:solidFill>
                <a:latin typeface="Times New Roman"/>
                <a:ea typeface="Times New Roman"/>
              </a:rPr>
              <a:t>ATHILA</a:t>
            </a:r>
            <a:r>
              <a:rPr lang="en-US" altLang="zh-CN" sz="1700" b="1" spc="-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700" b="1" spc="85" dirty="0">
                <a:solidFill>
                  <a:srgbClr val="000000"/>
                </a:solidFill>
                <a:latin typeface="Times New Roman"/>
                <a:ea typeface="Times New Roman"/>
              </a:rPr>
              <a:t>ASHRAF</a:t>
            </a:r>
            <a:r>
              <a:rPr lang="en-US" altLang="zh-CN" sz="17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700" b="1" spc="170" dirty="0">
                <a:solidFill>
                  <a:srgbClr val="000000"/>
                </a:solidFill>
                <a:latin typeface="Times New Roman"/>
                <a:ea typeface="Times New Roman"/>
              </a:rPr>
              <a:t>MES24MCA</a:t>
            </a:r>
            <a:r>
              <a:rPr lang="en-US" altLang="zh-CN" sz="1700" b="1" spc="12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700" b="1" spc="129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700" b="1" spc="125" dirty="0">
                <a:solidFill>
                  <a:srgbClr val="000000"/>
                </a:solidFill>
                <a:latin typeface="Times New Roman"/>
                <a:ea typeface="Times New Roman"/>
              </a:rPr>
              <a:t>025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94"/>
              </a:lnSpc>
            </a:pPr>
            <a:endParaRPr lang="en-US" dirty="0" smtClean="0"/>
          </a:p>
          <a:p>
            <a:pPr marL="0" indent="180340">
              <a:lnSpc>
                <a:spcPct val="100000"/>
              </a:lnSpc>
            </a:pPr>
            <a:r>
              <a:rPr lang="en-US" altLang="zh-CN" sz="1500" b="1" spc="154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500" b="1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00" b="1" spc="139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500" b="1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00" b="1" spc="164" dirty="0">
                <a:solidFill>
                  <a:srgbClr val="000000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500" b="1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00" b="1" spc="135" dirty="0">
                <a:solidFill>
                  <a:srgbClr val="000000"/>
                </a:solidFill>
                <a:latin typeface="Times New Roman"/>
                <a:ea typeface="Times New Roman"/>
              </a:rPr>
              <a:t>Applications</a:t>
            </a:r>
          </a:p>
          <a:p>
            <a:pPr>
              <a:lnSpc>
                <a:spcPts val="68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00" b="1" spc="200" dirty="0">
                <a:solidFill>
                  <a:srgbClr val="000000"/>
                </a:solidFill>
                <a:latin typeface="Times New Roman"/>
                <a:ea typeface="Times New Roman"/>
              </a:rPr>
              <a:t>MES</a:t>
            </a:r>
            <a:r>
              <a:rPr lang="en-US" altLang="zh-CN" sz="1500" b="1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00" b="1" spc="125" dirty="0">
                <a:solidFill>
                  <a:srgbClr val="000000"/>
                </a:solidFill>
                <a:latin typeface="Times New Roman"/>
                <a:ea typeface="Times New Roman"/>
              </a:rPr>
              <a:t>College</a:t>
            </a:r>
            <a:r>
              <a:rPr lang="en-US" altLang="zh-CN" sz="1500" b="1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00" b="1" spc="125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500" b="1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00" b="1" spc="125" dirty="0">
                <a:solidFill>
                  <a:srgbClr val="000000"/>
                </a:solidFill>
                <a:latin typeface="Times New Roman"/>
                <a:ea typeface="Times New Roman"/>
              </a:rPr>
              <a:t>Engineering,</a:t>
            </a:r>
            <a:r>
              <a:rPr lang="en-US" altLang="zh-CN" sz="1500" b="1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00" b="1" spc="150" dirty="0">
                <a:solidFill>
                  <a:srgbClr val="000000"/>
                </a:solidFill>
                <a:latin typeface="Times New Roman"/>
                <a:ea typeface="Times New Roman"/>
              </a:rPr>
              <a:t>Kuttippuram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39"/>
              </a:lnSpc>
            </a:pPr>
            <a:endParaRPr lang="en-US" dirty="0" smtClean="0"/>
          </a:p>
          <a:p>
            <a:pPr marL="0" indent="1586610">
              <a:lnSpc>
                <a:spcPct val="100000"/>
              </a:lnSpc>
            </a:pPr>
            <a:r>
              <a:rPr lang="en-US" altLang="zh-CN" sz="1200" b="1" spc="234" dirty="0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zh-CN" sz="1200" b="1" spc="229" dirty="0">
                <a:solidFill>
                  <a:srgbClr val="000000"/>
                </a:solidFill>
                <a:latin typeface="Times New Roman"/>
                <a:ea typeface="Times New Roman"/>
              </a:rPr>
              <a:t>/08/2025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200" y="1028700"/>
            <a:ext cx="2603500" cy="38100"/>
          </a:xfrm>
          <a:custGeom>
            <a:avLst/>
            <a:gdLst>
              <a:gd name="connsiteX0" fmla="*/ 14287 w 2603500"/>
              <a:gd name="connsiteY0" fmla="*/ 14351 h 38100"/>
              <a:gd name="connsiteX1" fmla="*/ 2605151 w 2603500"/>
              <a:gd name="connsiteY1" fmla="*/ 14351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03500" h="38100">
                <a:moveTo>
                  <a:pt x="14287" y="14351"/>
                </a:moveTo>
                <a:lnTo>
                  <a:pt x="2605151" y="14351"/>
                </a:lnTo>
              </a:path>
            </a:pathLst>
          </a:custGeom>
          <a:ln w="25400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57200" y="1028700"/>
            <a:ext cx="38100" cy="1689100"/>
          </a:xfrm>
          <a:custGeom>
            <a:avLst/>
            <a:gdLst>
              <a:gd name="connsiteX0" fmla="*/ 14287 w 38100"/>
              <a:gd name="connsiteY0" fmla="*/ 14351 h 1689100"/>
              <a:gd name="connsiteX1" fmla="*/ 14287 w 38100"/>
              <a:gd name="connsiteY1" fmla="*/ 1690751 h 168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100" h="1689100">
                <a:moveTo>
                  <a:pt x="14287" y="14351"/>
                </a:moveTo>
                <a:lnTo>
                  <a:pt x="14287" y="1690751"/>
                </a:lnTo>
              </a:path>
            </a:pathLst>
          </a:custGeom>
          <a:ln w="25400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007100" y="6007100"/>
            <a:ext cx="2603500" cy="38100"/>
          </a:xfrm>
          <a:custGeom>
            <a:avLst/>
            <a:gdLst>
              <a:gd name="connsiteX0" fmla="*/ 17526 w 2603500"/>
              <a:gd name="connsiteY0" fmla="*/ 17462 h 38100"/>
              <a:gd name="connsiteX1" fmla="*/ 2608326 w 2603500"/>
              <a:gd name="connsiteY1" fmla="*/ 17462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03500" h="38100">
                <a:moveTo>
                  <a:pt x="17526" y="17462"/>
                </a:moveTo>
                <a:lnTo>
                  <a:pt x="2608326" y="17462"/>
                </a:lnTo>
              </a:path>
            </a:pathLst>
          </a:custGeom>
          <a:ln w="25400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597900" y="4330700"/>
            <a:ext cx="38100" cy="1689100"/>
          </a:xfrm>
          <a:custGeom>
            <a:avLst/>
            <a:gdLst>
              <a:gd name="connsiteX0" fmla="*/ 17526 w 38100"/>
              <a:gd name="connsiteY0" fmla="*/ 17526 h 1689100"/>
              <a:gd name="connsiteX1" fmla="*/ 17526 w 38100"/>
              <a:gd name="connsiteY1" fmla="*/ 1693862 h 168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100" h="1689100">
                <a:moveTo>
                  <a:pt x="17526" y="17526"/>
                </a:moveTo>
                <a:lnTo>
                  <a:pt x="17526" y="1693862"/>
                </a:lnTo>
              </a:path>
            </a:pathLst>
          </a:custGeom>
          <a:ln w="25400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388110" y="1959700"/>
            <a:ext cx="6391027" cy="31120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406525">
              <a:lnSpc>
                <a:spcPct val="100000"/>
              </a:lnSpc>
            </a:pPr>
            <a:r>
              <a:rPr lang="en-US" altLang="zh-CN" sz="3000" spc="170" dirty="0">
                <a:solidFill>
                  <a:srgbClr val="000000"/>
                </a:solidFill>
                <a:latin typeface="Times New Roman"/>
                <a:ea typeface="Times New Roman"/>
              </a:rPr>
              <a:t>PRODUCT</a:t>
            </a:r>
            <a:r>
              <a:rPr lang="en-US" altLang="zh-CN" sz="300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85" dirty="0">
                <a:solidFill>
                  <a:srgbClr val="000000"/>
                </a:solidFill>
                <a:latin typeface="Times New Roman"/>
                <a:ea typeface="Times New Roman"/>
              </a:rPr>
              <a:t>OWNER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985"/>
              </a:lnSpc>
            </a:pPr>
            <a:endParaRPr lang="en-US" dirty="0" smtClean="0"/>
          </a:p>
          <a:p>
            <a:pPr marL="0" indent="1907793">
              <a:lnSpc>
                <a:spcPct val="100000"/>
              </a:lnSpc>
            </a:pPr>
            <a:r>
              <a:rPr lang="en-US" altLang="zh-CN" sz="2450" b="1" spc="139" dirty="0">
                <a:solidFill>
                  <a:srgbClr val="000000"/>
                </a:solidFill>
                <a:latin typeface="Times New Roman"/>
                <a:ea typeface="Times New Roman"/>
              </a:rPr>
              <a:t>Mrs.</a:t>
            </a:r>
            <a:r>
              <a:rPr lang="en-US" altLang="zh-CN" sz="2450" b="1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50" b="1" spc="189" dirty="0">
                <a:solidFill>
                  <a:srgbClr val="000000"/>
                </a:solidFill>
                <a:latin typeface="Times New Roman"/>
                <a:ea typeface="Times New Roman"/>
              </a:rPr>
              <a:t>RESHMI</a:t>
            </a:r>
            <a:r>
              <a:rPr lang="en-US" altLang="zh-CN" sz="2450" b="1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50" b="1" spc="245" dirty="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</a:p>
          <a:p>
            <a:pPr>
              <a:lnSpc>
                <a:spcPts val="1364"/>
              </a:lnSpc>
            </a:pPr>
            <a:endParaRPr lang="en-US" dirty="0" smtClean="0"/>
          </a:p>
          <a:p>
            <a:pPr marL="0" indent="1622425">
              <a:lnSpc>
                <a:spcPct val="100000"/>
              </a:lnSpc>
            </a:pPr>
            <a:r>
              <a:rPr lang="en-US" altLang="zh-CN" sz="2000" spc="110" dirty="0">
                <a:solidFill>
                  <a:srgbClr val="000000"/>
                </a:solidFill>
                <a:latin typeface="Times New Roman"/>
                <a:ea typeface="Times New Roman"/>
              </a:rPr>
              <a:t>ASSISTANT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14" dirty="0">
                <a:solidFill>
                  <a:srgbClr val="000000"/>
                </a:solidFill>
                <a:latin typeface="Times New Roman"/>
                <a:ea typeface="Times New Roman"/>
              </a:rPr>
              <a:t>PROFESSOR</a:t>
            </a:r>
          </a:p>
          <a:p>
            <a:pPr>
              <a:lnSpc>
                <a:spcPts val="1200"/>
              </a:lnSpc>
            </a:pPr>
            <a:endParaRPr lang="en-US" dirty="0" smtClean="0"/>
          </a:p>
          <a:p>
            <a:pPr marL="0" indent="279019">
              <a:lnSpc>
                <a:spcPct val="100000"/>
              </a:lnSpc>
            </a:pPr>
            <a:r>
              <a:rPr lang="en-US" altLang="zh-CN" sz="2000" spc="100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20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94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20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00" dirty="0">
                <a:solidFill>
                  <a:srgbClr val="000000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2000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85" dirty="0">
                <a:solidFill>
                  <a:srgbClr val="000000"/>
                </a:solidFill>
                <a:latin typeface="Times New Roman"/>
                <a:ea typeface="Times New Roman"/>
              </a:rPr>
              <a:t>APPLICATIONS</a:t>
            </a:r>
          </a:p>
          <a:p>
            <a:pPr>
              <a:lnSpc>
                <a:spcPts val="120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ea typeface="Times New Roman"/>
              </a:rPr>
              <a:t>MES</a:t>
            </a:r>
            <a:r>
              <a:rPr lang="en-US" altLang="zh-CN" sz="20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14" dirty="0">
                <a:solidFill>
                  <a:srgbClr val="000000"/>
                </a:solidFill>
                <a:latin typeface="Times New Roman"/>
                <a:ea typeface="Times New Roman"/>
              </a:rPr>
              <a:t>COLLEGE</a:t>
            </a:r>
            <a:r>
              <a:rPr lang="en-US" altLang="zh-CN" sz="20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25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20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04" dirty="0">
                <a:solidFill>
                  <a:srgbClr val="000000"/>
                </a:solidFill>
                <a:latin typeface="Times New Roman"/>
                <a:ea typeface="Times New Roman"/>
              </a:rPr>
              <a:t>ENGINEERING,</a:t>
            </a:r>
            <a:r>
              <a:rPr lang="en-US" altLang="zh-CN" sz="20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14" dirty="0">
                <a:solidFill>
                  <a:srgbClr val="000000"/>
                </a:solidFill>
                <a:latin typeface="Times New Roman"/>
                <a:ea typeface="Times New Roman"/>
              </a:rPr>
              <a:t>KUTTIPPURAM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8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49275" y="444136"/>
            <a:ext cx="5161898" cy="619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950" dirty="0">
                <a:solidFill>
                  <a:srgbClr val="BF4F4C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3950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950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3950" spc="15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950" dirty="0">
                <a:solidFill>
                  <a:srgbClr val="BF4F4C"/>
                </a:solidFill>
                <a:latin typeface="Times New Roman"/>
                <a:ea typeface="Times New Roman"/>
              </a:rPr>
              <a:t>CONTENTS</a:t>
            </a:r>
          </a:p>
          <a:p>
            <a:pPr>
              <a:lnSpc>
                <a:spcPts val="197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34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550" spc="34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550" spc="34" dirty="0">
                <a:solidFill>
                  <a:srgbClr val="000000"/>
                </a:solidFill>
                <a:latin typeface="Times New Roman"/>
                <a:ea typeface="Times New Roman"/>
              </a:rPr>
              <a:t>Introduction</a:t>
            </a:r>
          </a:p>
          <a:p>
            <a:pPr>
              <a:lnSpc>
                <a:spcPts val="83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4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550" spc="30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550" spc="44" dirty="0">
                <a:solidFill>
                  <a:srgbClr val="000000"/>
                </a:solidFill>
                <a:latin typeface="Times New Roman"/>
                <a:ea typeface="Times New Roman"/>
              </a:rPr>
              <a:t>Objective</a:t>
            </a:r>
          </a:p>
          <a:p>
            <a:pPr>
              <a:lnSpc>
                <a:spcPts val="83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3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550" spc="2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550" spc="34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5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4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</a:p>
          <a:p>
            <a:pPr>
              <a:lnSpc>
                <a:spcPts val="76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3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550" spc="2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550" spc="34" dirty="0">
                <a:solidFill>
                  <a:srgbClr val="000000"/>
                </a:solidFill>
                <a:latin typeface="Times New Roman"/>
                <a:ea typeface="Times New Roman"/>
              </a:rPr>
              <a:t>Proposed</a:t>
            </a:r>
            <a:r>
              <a:rPr lang="en-US" altLang="zh-CN" sz="15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4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</a:p>
          <a:p>
            <a:pPr>
              <a:lnSpc>
                <a:spcPts val="83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34" dirty="0">
                <a:solidFill>
                  <a:srgbClr val="000000"/>
                </a:solidFill>
                <a:latin typeface="Times New Roman"/>
                <a:ea typeface="Times New Roman"/>
              </a:rPr>
              <a:t>5.</a:t>
            </a:r>
            <a:r>
              <a:rPr lang="en-US" altLang="zh-CN" sz="1550" spc="34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550" spc="44" dirty="0">
                <a:solidFill>
                  <a:srgbClr val="000000"/>
                </a:solidFill>
                <a:latin typeface="Times New Roman"/>
                <a:ea typeface="Times New Roman"/>
              </a:rPr>
              <a:t>Motivation</a:t>
            </a:r>
          </a:p>
          <a:p>
            <a:pPr>
              <a:lnSpc>
                <a:spcPts val="83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30" dirty="0">
                <a:solidFill>
                  <a:srgbClr val="000000"/>
                </a:solidFill>
                <a:latin typeface="Times New Roman"/>
                <a:ea typeface="Times New Roman"/>
              </a:rPr>
              <a:t>6.</a:t>
            </a:r>
            <a:r>
              <a:rPr lang="en-US" altLang="zh-CN" sz="1550" spc="2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550" spc="34" dirty="0">
                <a:solidFill>
                  <a:srgbClr val="000000"/>
                </a:solidFill>
                <a:latin typeface="Times New Roman"/>
                <a:ea typeface="Times New Roman"/>
              </a:rPr>
              <a:t>Functionalities</a:t>
            </a:r>
          </a:p>
          <a:p>
            <a:pPr>
              <a:lnSpc>
                <a:spcPts val="83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30" dirty="0">
                <a:solidFill>
                  <a:srgbClr val="000000"/>
                </a:solidFill>
                <a:latin typeface="Times New Roman"/>
                <a:ea typeface="Times New Roman"/>
              </a:rPr>
              <a:t>7.</a:t>
            </a:r>
            <a:r>
              <a:rPr lang="en-US" altLang="zh-CN" sz="1550" spc="20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550" spc="40" dirty="0">
                <a:solidFill>
                  <a:srgbClr val="000000"/>
                </a:solidFill>
                <a:latin typeface="Times New Roman"/>
                <a:ea typeface="Times New Roman"/>
              </a:rPr>
              <a:t>Module</a:t>
            </a:r>
            <a:r>
              <a:rPr lang="en-US" altLang="zh-CN" sz="155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34" dirty="0">
                <a:solidFill>
                  <a:srgbClr val="000000"/>
                </a:solidFill>
                <a:latin typeface="Times New Roman"/>
                <a:ea typeface="Times New Roman"/>
              </a:rPr>
              <a:t>Description</a:t>
            </a:r>
          </a:p>
          <a:p>
            <a:pPr>
              <a:lnSpc>
                <a:spcPts val="83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30" dirty="0">
                <a:solidFill>
                  <a:srgbClr val="000000"/>
                </a:solidFill>
                <a:latin typeface="Times New Roman"/>
                <a:ea typeface="Times New Roman"/>
              </a:rPr>
              <a:t>8.</a:t>
            </a:r>
            <a:r>
              <a:rPr lang="en-US" altLang="zh-CN" sz="1550" spc="20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550" spc="34" dirty="0">
                <a:solidFill>
                  <a:srgbClr val="000000"/>
                </a:solidFill>
                <a:latin typeface="Times New Roman"/>
                <a:ea typeface="Times New Roman"/>
              </a:rPr>
              <a:t>Developing</a:t>
            </a:r>
            <a:r>
              <a:rPr lang="en-US" altLang="zh-CN" sz="155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40" dirty="0">
                <a:solidFill>
                  <a:srgbClr val="000000"/>
                </a:solidFill>
                <a:latin typeface="Times New Roman"/>
                <a:ea typeface="Times New Roman"/>
              </a:rPr>
              <a:t>Environment</a:t>
            </a:r>
          </a:p>
          <a:p>
            <a:pPr>
              <a:lnSpc>
                <a:spcPts val="83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34" dirty="0">
                <a:solidFill>
                  <a:srgbClr val="000000"/>
                </a:solidFill>
                <a:latin typeface="Times New Roman"/>
                <a:ea typeface="Times New Roman"/>
              </a:rPr>
              <a:t>9.</a:t>
            </a:r>
            <a:r>
              <a:rPr lang="en-US" altLang="zh-CN" sz="1550" spc="2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550" spc="34" dirty="0">
                <a:solidFill>
                  <a:srgbClr val="000000"/>
                </a:solidFill>
                <a:latin typeface="Times New Roman"/>
                <a:ea typeface="Times New Roman"/>
              </a:rPr>
              <a:t>Sprint</a:t>
            </a:r>
            <a:r>
              <a:rPr lang="en-US" altLang="zh-CN" sz="155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44" dirty="0">
                <a:solidFill>
                  <a:srgbClr val="000000"/>
                </a:solidFill>
                <a:latin typeface="Times New Roman"/>
                <a:ea typeface="Times New Roman"/>
              </a:rPr>
              <a:t>Backlog</a:t>
            </a:r>
          </a:p>
          <a:p>
            <a:pPr>
              <a:lnSpc>
                <a:spcPts val="76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34" dirty="0">
                <a:solidFill>
                  <a:srgbClr val="000000"/>
                </a:solidFill>
                <a:latin typeface="Times New Roman"/>
                <a:ea typeface="Times New Roman"/>
              </a:rPr>
              <a:t>10.</a:t>
            </a:r>
            <a:r>
              <a:rPr lang="en-US" altLang="zh-CN" sz="155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40" dirty="0">
                <a:solidFill>
                  <a:srgbClr val="000000"/>
                </a:solidFill>
                <a:latin typeface="Times New Roman"/>
                <a:ea typeface="Times New Roman"/>
              </a:rPr>
              <a:t>Product</a:t>
            </a:r>
            <a:r>
              <a:rPr lang="en-US" altLang="zh-CN" sz="155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44" dirty="0">
                <a:solidFill>
                  <a:srgbClr val="000000"/>
                </a:solidFill>
                <a:latin typeface="Times New Roman"/>
                <a:ea typeface="Times New Roman"/>
              </a:rPr>
              <a:t>Backlog</a:t>
            </a:r>
          </a:p>
          <a:p>
            <a:pPr>
              <a:lnSpc>
                <a:spcPts val="83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40" dirty="0">
                <a:solidFill>
                  <a:srgbClr val="000000"/>
                </a:solidFill>
                <a:latin typeface="Times New Roman"/>
                <a:ea typeface="Times New Roman"/>
              </a:rPr>
              <a:t>11.</a:t>
            </a:r>
            <a:r>
              <a:rPr lang="en-US" altLang="zh-CN" sz="15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5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55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44" dirty="0">
                <a:solidFill>
                  <a:srgbClr val="000000"/>
                </a:solidFill>
                <a:latin typeface="Times New Roman"/>
                <a:ea typeface="Times New Roman"/>
              </a:rPr>
              <a:t>Story</a:t>
            </a:r>
          </a:p>
          <a:p>
            <a:pPr>
              <a:lnSpc>
                <a:spcPts val="84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34" dirty="0">
                <a:solidFill>
                  <a:srgbClr val="000000"/>
                </a:solidFill>
                <a:latin typeface="Times New Roman"/>
                <a:ea typeface="Times New Roman"/>
              </a:rPr>
              <a:t>12.</a:t>
            </a:r>
            <a:r>
              <a:rPr lang="en-US" altLang="zh-CN" sz="155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40" dirty="0">
                <a:solidFill>
                  <a:srgbClr val="000000"/>
                </a:solidFill>
                <a:latin typeface="Times New Roman"/>
                <a:ea typeface="Times New Roman"/>
              </a:rPr>
              <a:t>Project</a:t>
            </a:r>
            <a:r>
              <a:rPr lang="en-US" altLang="zh-CN" sz="155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40" dirty="0">
                <a:solidFill>
                  <a:srgbClr val="000000"/>
                </a:solidFill>
                <a:latin typeface="Times New Roman"/>
                <a:ea typeface="Times New Roman"/>
              </a:rPr>
              <a:t>Plans</a:t>
            </a:r>
          </a:p>
          <a:p>
            <a:pPr>
              <a:lnSpc>
                <a:spcPts val="83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30" dirty="0">
                <a:solidFill>
                  <a:srgbClr val="000000"/>
                </a:solidFill>
                <a:latin typeface="Times New Roman"/>
                <a:ea typeface="Times New Roman"/>
              </a:rPr>
              <a:t>13.</a:t>
            </a:r>
            <a:r>
              <a:rPr lang="en-US" altLang="zh-CN" sz="155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4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55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40" dirty="0">
                <a:solidFill>
                  <a:srgbClr val="000000"/>
                </a:solidFill>
                <a:latin typeface="Times New Roman"/>
                <a:ea typeface="Times New Roman"/>
              </a:rPr>
              <a:t>Flow</a:t>
            </a:r>
            <a:r>
              <a:rPr lang="en-US" altLang="zh-CN" sz="155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40" dirty="0">
                <a:solidFill>
                  <a:srgbClr val="000000"/>
                </a:solidFill>
                <a:latin typeface="Times New Roman"/>
                <a:ea typeface="Times New Roman"/>
              </a:rPr>
              <a:t>Diagrams</a:t>
            </a:r>
          </a:p>
          <a:p>
            <a:pPr>
              <a:lnSpc>
                <a:spcPts val="84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550" spc="34" dirty="0">
                <a:solidFill>
                  <a:srgbClr val="000000"/>
                </a:solidFill>
                <a:latin typeface="Times New Roman"/>
                <a:ea typeface="Times New Roman"/>
              </a:rPr>
              <a:t>14.</a:t>
            </a:r>
            <a:r>
              <a:rPr lang="en-US" altLang="zh-CN" sz="155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60" dirty="0">
                <a:solidFill>
                  <a:srgbClr val="000000"/>
                </a:solidFill>
                <a:latin typeface="Times New Roman"/>
                <a:ea typeface="Times New Roman"/>
              </a:rPr>
              <a:t>ER</a:t>
            </a:r>
            <a:r>
              <a:rPr lang="en-US" altLang="zh-CN" sz="155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550" spc="44" dirty="0">
                <a:solidFill>
                  <a:srgbClr val="000000"/>
                </a:solidFill>
                <a:latin typeface="Times New Roman"/>
                <a:ea typeface="Times New Roman"/>
              </a:rPr>
              <a:t>Diagram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775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5" dirty="0">
                <a:solidFill>
                  <a:srgbClr val="BF4F4C"/>
                </a:solidFill>
                <a:latin typeface="Times New Roman"/>
                <a:ea typeface="Times New Roman"/>
              </a:rPr>
              <a:t>Slid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es: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78876" y="6470182"/>
            <a:ext cx="10740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15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549275" y="443955"/>
            <a:ext cx="6286023" cy="21355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25" dirty="0">
                <a:solidFill>
                  <a:srgbClr val="BF4F4C"/>
                </a:solidFill>
                <a:latin typeface="Times New Roman"/>
                <a:ea typeface="Times New Roman"/>
              </a:rPr>
              <a:t>SYMPT</a:t>
            </a:r>
            <a:r>
              <a:rPr lang="en-US" altLang="zh-CN" sz="3000" spc="114" dirty="0">
                <a:solidFill>
                  <a:srgbClr val="BF4F4C"/>
                </a:solidFill>
                <a:latin typeface="Times New Roman"/>
                <a:ea typeface="Times New Roman"/>
              </a:rPr>
              <a:t>OCARE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14"/>
              </a:lnSpc>
            </a:pPr>
            <a:endParaRPr lang="en-US" dirty="0" smtClean="0"/>
          </a:p>
          <a:p>
            <a:pPr marL="0">
              <a:lnSpc>
                <a:spcPct val="100000"/>
              </a:lnSpc>
              <a:tabLst>
                <a:tab pos="2541651" algn="l"/>
                <a:tab pos="4186809" algn="l"/>
              </a:tabLst>
            </a:pPr>
            <a:r>
              <a:rPr lang="en-US" altLang="zh-CN" sz="3200" spc="179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1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spc="245" dirty="0">
                <a:solidFill>
                  <a:srgbClr val="000000"/>
                </a:solidFill>
                <a:latin typeface="Times New Roman"/>
                <a:ea typeface="Times New Roman"/>
              </a:rPr>
              <a:t>Timely	</a:t>
            </a:r>
            <a:r>
              <a:rPr lang="en-US" altLang="zh-CN" sz="3200" spc="450" dirty="0">
                <a:solidFill>
                  <a:srgbClr val="000000"/>
                </a:solidFill>
                <a:latin typeface="Times New Roman"/>
                <a:ea typeface="Times New Roman"/>
              </a:rPr>
              <a:t>and	</a:t>
            </a:r>
            <a:r>
              <a:rPr lang="en-US" altLang="zh-CN" sz="3200" spc="354" dirty="0">
                <a:solidFill>
                  <a:srgbClr val="000000"/>
                </a:solidFill>
                <a:latin typeface="Times New Roman"/>
                <a:ea typeface="Times New Roman"/>
              </a:rPr>
              <a:t>accurate</a:t>
            </a:r>
          </a:p>
          <a:p>
            <a:pPr marL="343217" hangingPunct="0">
              <a:lnSpc>
                <a:spcPct val="95416"/>
              </a:lnSpc>
            </a:pPr>
            <a:r>
              <a:rPr lang="en-US" altLang="zh-CN" sz="3200" spc="334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3200" spc="19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275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3200" spc="2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300" dirty="0">
                <a:solidFill>
                  <a:srgbClr val="000000"/>
                </a:solidFill>
                <a:latin typeface="Times New Roman"/>
                <a:ea typeface="Times New Roman"/>
              </a:rPr>
              <a:t>essential</a:t>
            </a:r>
            <a:r>
              <a:rPr lang="en-US" altLang="zh-CN" sz="3200" spc="19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309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20" dirty="0">
                <a:solidFill>
                  <a:srgbClr val="000000"/>
                </a:solidFill>
                <a:latin typeface="Times New Roman"/>
                <a:ea typeface="Times New Roman"/>
              </a:rPr>
              <a:t>disease</a:t>
            </a:r>
            <a:r>
              <a:rPr lang="en-US" altLang="zh-CN" sz="3200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95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3200" spc="21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09130" y="1163947"/>
            <a:ext cx="1607191" cy="97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32104">
              <a:lnSpc>
                <a:spcPct val="100000"/>
              </a:lnSpc>
            </a:pPr>
            <a:r>
              <a:rPr lang="en-US" altLang="zh-CN" sz="3200" spc="354" dirty="0">
                <a:solidFill>
                  <a:srgbClr val="000000"/>
                </a:solidFill>
                <a:latin typeface="Times New Roman"/>
                <a:ea typeface="Times New Roman"/>
              </a:rPr>
              <a:t>he</a:t>
            </a:r>
            <a:r>
              <a:rPr lang="en-US" altLang="zh-CN" sz="3200" spc="350" dirty="0">
                <a:solidFill>
                  <a:srgbClr val="000000"/>
                </a:solidFill>
                <a:latin typeface="Times New Roman"/>
                <a:ea typeface="Times New Roman"/>
              </a:rPr>
              <a:t>alth</a:t>
            </a:r>
          </a:p>
          <a:p>
            <a:pPr marL="0">
              <a:lnSpc>
                <a:spcPct val="100000"/>
              </a:lnSpc>
            </a:pPr>
            <a:r>
              <a:rPr lang="en-US" altLang="zh-CN" sz="3200" spc="154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3200" spc="150" dirty="0">
                <a:solidFill>
                  <a:srgbClr val="000000"/>
                </a:solidFill>
                <a:latin typeface="Times New Roman"/>
                <a:ea typeface="Times New Roman"/>
              </a:rPr>
              <a:t>ffective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9275" y="2579140"/>
            <a:ext cx="7308468" cy="14020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3217" indent="-343217" hangingPunct="0">
              <a:lnSpc>
                <a:spcPct val="95416"/>
              </a:lnSpc>
            </a:pPr>
            <a:r>
              <a:rPr lang="en-US" altLang="zh-CN" sz="3200" spc="27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2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spc="455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3200" spc="19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3200" spc="304" dirty="0">
                <a:solidFill>
                  <a:srgbClr val="000000"/>
                </a:solidFill>
                <a:latin typeface="Times New Roman"/>
                <a:ea typeface="Times New Roman"/>
              </a:rPr>
              <a:t>patients</a:t>
            </a:r>
            <a:r>
              <a:rPr lang="en-US" altLang="zh-CN" sz="3200" spc="200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3200" spc="325" dirty="0">
                <a:solidFill>
                  <a:srgbClr val="000000"/>
                </a:solidFill>
                <a:latin typeface="Times New Roman"/>
                <a:ea typeface="Times New Roman"/>
              </a:rPr>
              <a:t>face</a:t>
            </a:r>
            <a:r>
              <a:rPr lang="en-US" altLang="zh-CN" sz="3200" spc="200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3200" spc="329" dirty="0">
                <a:solidFill>
                  <a:srgbClr val="000000"/>
                </a:solidFill>
                <a:latin typeface="Times New Roman"/>
                <a:ea typeface="Times New Roman"/>
              </a:rPr>
              <a:t>challenges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79" dirty="0">
                <a:solidFill>
                  <a:srgbClr val="000000"/>
                </a:solidFill>
                <a:latin typeface="Times New Roman"/>
                <a:ea typeface="Times New Roman"/>
              </a:rPr>
              <a:t>understanding</a:t>
            </a:r>
            <a:r>
              <a:rPr lang="en-US" altLang="zh-CN" sz="3200" spc="220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3200" spc="400" dirty="0">
                <a:solidFill>
                  <a:srgbClr val="000000"/>
                </a:solidFill>
                <a:latin typeface="Times New Roman"/>
                <a:ea typeface="Times New Roman"/>
              </a:rPr>
              <a:t>medical</a:t>
            </a:r>
            <a:r>
              <a:rPr lang="en-US" altLang="zh-CN" sz="3200" spc="22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3200" spc="390" dirty="0">
                <a:solidFill>
                  <a:srgbClr val="000000"/>
                </a:solidFill>
                <a:latin typeface="Times New Roman"/>
                <a:ea typeface="Times New Roman"/>
              </a:rPr>
              <a:t>terms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295" dirty="0">
                <a:solidFill>
                  <a:srgbClr val="000000"/>
                </a:solidFill>
                <a:latin typeface="Times New Roman"/>
                <a:ea typeface="Times New Roman"/>
              </a:rPr>
              <a:t>accessing</a:t>
            </a:r>
            <a:r>
              <a:rPr lang="en-US" altLang="zh-CN" sz="3200" spc="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265" dirty="0">
                <a:solidFill>
                  <a:srgbClr val="000000"/>
                </a:solidFill>
                <a:latin typeface="Times New Roman"/>
                <a:ea typeface="Times New Roman"/>
              </a:rPr>
              <a:t>reliable</a:t>
            </a:r>
            <a:r>
              <a:rPr lang="en-US" altLang="zh-CN" sz="3200" spc="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09" dirty="0">
                <a:solidFill>
                  <a:srgbClr val="000000"/>
                </a:solidFill>
                <a:latin typeface="Times New Roman"/>
                <a:ea typeface="Times New Roman"/>
              </a:rPr>
              <a:t>diagnoses</a:t>
            </a:r>
            <a:r>
              <a:rPr lang="en-US" altLang="zh-CN" sz="3200" spc="19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45043" y="2575452"/>
            <a:ext cx="774485" cy="973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67157">
              <a:lnSpc>
                <a:spcPct val="99583"/>
              </a:lnSpc>
            </a:pPr>
            <a:r>
              <a:rPr lang="en-US" altLang="zh-CN" sz="3200" spc="3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0">
              <a:lnSpc>
                <a:spcPct val="100000"/>
              </a:lnSpc>
            </a:pPr>
            <a:r>
              <a:rPr lang="en-US" altLang="zh-CN" sz="3200" spc="444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9275" y="3996826"/>
            <a:ext cx="8173005" cy="18531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3217" indent="-343217" hangingPunct="0">
              <a:lnSpc>
                <a:spcPct val="93333"/>
              </a:lnSpc>
              <a:tabLst>
                <a:tab pos="2345944" algn="l"/>
                <a:tab pos="4893945" algn="l"/>
                <a:tab pos="6197600" algn="l"/>
              </a:tabLst>
            </a:pPr>
            <a:r>
              <a:rPr lang="en-US" altLang="zh-CN" sz="3200" spc="27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2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spc="350" dirty="0">
                <a:solidFill>
                  <a:srgbClr val="000000"/>
                </a:solidFill>
                <a:latin typeface="Times New Roman"/>
                <a:ea typeface="Times New Roman"/>
              </a:rPr>
              <a:t>Platform</a:t>
            </a:r>
            <a:r>
              <a:rPr lang="en-US" altLang="zh-CN" sz="3200" spc="2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334" dirty="0">
                <a:solidFill>
                  <a:srgbClr val="000000"/>
                </a:solidFill>
                <a:latin typeface="Times New Roman"/>
                <a:ea typeface="Times New Roman"/>
              </a:rPr>
              <a:t>leverages</a:t>
            </a:r>
            <a:r>
              <a:rPr lang="en-US" altLang="zh-CN" sz="3200" spc="2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329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3200" spc="2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379" dirty="0">
                <a:solidFill>
                  <a:srgbClr val="000000"/>
                </a:solidFill>
                <a:latin typeface="Times New Roman"/>
                <a:ea typeface="Times New Roman"/>
              </a:rPr>
              <a:t>mining</a:t>
            </a:r>
            <a:r>
              <a:rPr lang="en-US" altLang="zh-CN" sz="3200" spc="2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384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65" dirty="0">
                <a:solidFill>
                  <a:srgbClr val="000000"/>
                </a:solidFill>
                <a:latin typeface="Times New Roman"/>
                <a:ea typeface="Times New Roman"/>
              </a:rPr>
              <a:t>recommendation</a:t>
            </a:r>
            <a:r>
              <a:rPr lang="en-US" altLang="zh-CN" sz="3200" spc="189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3200" spc="350" dirty="0">
                <a:solidFill>
                  <a:srgbClr val="000000"/>
                </a:solidFill>
                <a:latin typeface="Times New Roman"/>
                <a:ea typeface="Times New Roman"/>
              </a:rPr>
              <a:t>systems</a:t>
            </a:r>
            <a:r>
              <a:rPr lang="en-US" altLang="zh-CN" sz="3200" spc="19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3200" spc="304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3200" spc="189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3200" spc="304" dirty="0">
                <a:solidFill>
                  <a:srgbClr val="000000"/>
                </a:solidFill>
                <a:latin typeface="Times New Roman"/>
                <a:ea typeface="Times New Roman"/>
              </a:rPr>
              <a:t>early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20" dirty="0">
                <a:solidFill>
                  <a:srgbClr val="000000"/>
                </a:solidFill>
                <a:latin typeface="Times New Roman"/>
                <a:ea typeface="Times New Roman"/>
              </a:rPr>
              <a:t>disease	</a:t>
            </a:r>
            <a:r>
              <a:rPr lang="en-US" altLang="zh-CN" sz="3200" spc="279" dirty="0">
                <a:solidFill>
                  <a:srgbClr val="000000"/>
                </a:solidFill>
                <a:latin typeface="Times New Roman"/>
                <a:ea typeface="Times New Roman"/>
              </a:rPr>
              <a:t>prediction	</a:t>
            </a:r>
            <a:r>
              <a:rPr lang="en-US" altLang="zh-CN" sz="3200" spc="450" dirty="0">
                <a:solidFill>
                  <a:srgbClr val="000000"/>
                </a:solidFill>
                <a:latin typeface="Times New Roman"/>
                <a:ea typeface="Times New Roman"/>
              </a:rPr>
              <a:t>and	</a:t>
            </a:r>
            <a:r>
              <a:rPr lang="en-US" altLang="zh-CN" sz="3200" spc="270" dirty="0">
                <a:solidFill>
                  <a:srgbClr val="000000"/>
                </a:solidFill>
                <a:latin typeface="Times New Roman"/>
                <a:ea typeface="Times New Roman"/>
              </a:rPr>
              <a:t>specialist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3200" spc="315" dirty="0">
                <a:solidFill>
                  <a:srgbClr val="000000"/>
                </a:solidFill>
                <a:latin typeface="Times New Roman"/>
                <a:ea typeface="Times New Roman"/>
              </a:rPr>
              <a:t>suggestions</a:t>
            </a:r>
            <a:r>
              <a:rPr lang="en-US" altLang="zh-CN" sz="3200" spc="189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9510" y="6463303"/>
            <a:ext cx="7706683" cy="18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416"/>
              </a:lnSpc>
              <a:tabLst>
                <a:tab pos="6495415" algn="l"/>
              </a:tabLst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0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	</a:t>
            </a:r>
            <a:r>
              <a:rPr lang="en-US" altLang="zh-CN" sz="1200" spc="129" dirty="0">
                <a:solidFill>
                  <a:srgbClr val="BF4F4C"/>
                </a:solidFill>
                <a:latin typeface="Times New Roman"/>
                <a:ea typeface="Times New Roman"/>
              </a:rPr>
              <a:t>Slides: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200" spc="200" dirty="0">
                <a:solidFill>
                  <a:srgbClr val="BF4F4C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1200" spc="8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94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8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70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24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549275" y="443955"/>
            <a:ext cx="6602517" cy="19746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25" dirty="0">
                <a:solidFill>
                  <a:srgbClr val="BF4F4C"/>
                </a:solidFill>
                <a:latin typeface="Times New Roman"/>
                <a:ea typeface="Times New Roman"/>
              </a:rPr>
              <a:t>SYMPT</a:t>
            </a:r>
            <a:r>
              <a:rPr lang="en-US" altLang="zh-CN" sz="3000" spc="114" dirty="0">
                <a:solidFill>
                  <a:srgbClr val="BF4F4C"/>
                </a:solidFill>
                <a:latin typeface="Times New Roman"/>
                <a:ea typeface="Times New Roman"/>
              </a:rPr>
              <a:t>OCARE</a:t>
            </a:r>
          </a:p>
          <a:p>
            <a:pPr>
              <a:lnSpc>
                <a:spcPts val="153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000" spc="259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000" spc="20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000" spc="359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3000" spc="189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000" spc="329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3000" spc="189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3000" spc="275" dirty="0">
                <a:solidFill>
                  <a:srgbClr val="000000"/>
                </a:solidFill>
                <a:latin typeface="Times New Roman"/>
                <a:ea typeface="Times New Roman"/>
              </a:rPr>
              <a:t>Flutter,</a:t>
            </a:r>
            <a:r>
              <a:rPr lang="en-US" altLang="zh-CN" sz="3000" spc="189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000" spc="379" dirty="0">
                <a:solidFill>
                  <a:srgbClr val="000000"/>
                </a:solidFill>
                <a:latin typeface="Times New Roman"/>
                <a:ea typeface="Times New Roman"/>
              </a:rPr>
              <a:t>CSS,</a:t>
            </a:r>
          </a:p>
          <a:p>
            <a:pPr marL="0" indent="343217">
              <a:lnSpc>
                <a:spcPct val="89166"/>
              </a:lnSpc>
            </a:pPr>
            <a:r>
              <a:rPr lang="en-US" altLang="zh-CN" sz="3000" spc="250" dirty="0">
                <a:solidFill>
                  <a:srgbClr val="000000"/>
                </a:solidFill>
                <a:latin typeface="Times New Roman"/>
                <a:ea typeface="Times New Roman"/>
              </a:rPr>
              <a:t>(frontend)</a:t>
            </a:r>
            <a:r>
              <a:rPr lang="en-US" altLang="zh-CN" sz="30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295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3000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290" dirty="0">
                <a:solidFill>
                  <a:srgbClr val="000000"/>
                </a:solidFill>
                <a:latin typeface="Times New Roman"/>
                <a:ea typeface="Times New Roman"/>
              </a:rPr>
              <a:t>Python</a:t>
            </a:r>
            <a:r>
              <a:rPr lang="en-US" altLang="zh-CN" sz="3000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275" dirty="0">
                <a:solidFill>
                  <a:srgbClr val="000000"/>
                </a:solidFill>
                <a:latin typeface="Times New Roman"/>
                <a:ea typeface="Times New Roman"/>
              </a:rPr>
              <a:t>(backend)</a:t>
            </a:r>
            <a:r>
              <a:rPr lang="en-US" altLang="zh-CN" sz="3000" spc="16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 marL="0">
              <a:lnSpc>
                <a:spcPct val="100000"/>
              </a:lnSpc>
            </a:pPr>
            <a:r>
              <a:rPr lang="en-US" altLang="zh-CN" sz="3000" spc="16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000" spc="81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000" b="1" spc="245" dirty="0">
                <a:solidFill>
                  <a:srgbClr val="000000"/>
                </a:solidFill>
                <a:latin typeface="Times New Roman"/>
                <a:ea typeface="Times New Roman"/>
              </a:rPr>
              <a:t>Modules</a:t>
            </a:r>
            <a:r>
              <a:rPr lang="en-US" altLang="zh-CN" sz="3000" spc="16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80934" y="1146011"/>
            <a:ext cx="1137415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90" dirty="0">
                <a:solidFill>
                  <a:srgbClr val="000000"/>
                </a:solidFill>
                <a:latin typeface="Times New Roman"/>
                <a:ea typeface="Times New Roman"/>
              </a:rPr>
              <a:t>HT</a:t>
            </a:r>
            <a:r>
              <a:rPr lang="en-US" altLang="zh-CN" sz="3000" spc="85" dirty="0">
                <a:solidFill>
                  <a:srgbClr val="000000"/>
                </a:solidFill>
                <a:latin typeface="Times New Roman"/>
                <a:ea typeface="Times New Roman"/>
              </a:rPr>
              <a:t>ML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9275" y="2418631"/>
            <a:ext cx="8062697" cy="830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89583"/>
              </a:lnSpc>
            </a:pPr>
            <a:r>
              <a:rPr lang="en-US" altLang="zh-CN" sz="3000" b="1" spc="345" dirty="0">
                <a:solidFill>
                  <a:srgbClr val="000000"/>
                </a:solidFill>
                <a:latin typeface="Times New Roman"/>
                <a:ea typeface="Times New Roman"/>
              </a:rPr>
              <a:t>a)</a:t>
            </a:r>
            <a:r>
              <a:rPr lang="en-US" altLang="zh-CN" sz="3000" b="1" spc="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b="1" spc="490" dirty="0">
                <a:solidFill>
                  <a:srgbClr val="000000"/>
                </a:solidFill>
                <a:latin typeface="Times New Roman"/>
                <a:ea typeface="Times New Roman"/>
              </a:rPr>
              <a:t>Admin</a:t>
            </a:r>
            <a:r>
              <a:rPr lang="en-US" altLang="zh-CN" sz="3000" spc="25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3000" spc="2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444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3000" spc="2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15" dirty="0">
                <a:solidFill>
                  <a:srgbClr val="000000"/>
                </a:solidFill>
                <a:latin typeface="Times New Roman"/>
                <a:ea typeface="Times New Roman"/>
              </a:rPr>
              <a:t>dataset,</a:t>
            </a:r>
            <a:r>
              <a:rPr lang="en-US" altLang="zh-CN" sz="3000" spc="2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65" dirty="0">
                <a:solidFill>
                  <a:srgbClr val="000000"/>
                </a:solidFill>
                <a:latin typeface="Times New Roman"/>
                <a:ea typeface="Times New Roman"/>
              </a:rPr>
              <a:t>analyze</a:t>
            </a:r>
            <a:r>
              <a:rPr lang="en-US" altLang="zh-CN" sz="3000" spc="2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25" dirty="0">
                <a:solidFill>
                  <a:srgbClr val="000000"/>
                </a:solidFill>
                <a:latin typeface="Times New Roman"/>
                <a:ea typeface="Times New Roman"/>
              </a:rPr>
              <a:t>data,</a:t>
            </a:r>
          </a:p>
          <a:p>
            <a:pPr marL="0" indent="514667">
              <a:lnSpc>
                <a:spcPct val="92083"/>
              </a:lnSpc>
            </a:pPr>
            <a:r>
              <a:rPr lang="en-US" altLang="zh-CN" sz="3000" spc="345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3000" spc="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275" dirty="0">
                <a:solidFill>
                  <a:srgbClr val="000000"/>
                </a:solidFill>
                <a:latin typeface="Times New Roman"/>
                <a:ea typeface="Times New Roman"/>
              </a:rPr>
              <a:t>users,</a:t>
            </a:r>
            <a:r>
              <a:rPr lang="en-US" altLang="zh-CN" sz="3000" spc="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290" dirty="0">
                <a:solidFill>
                  <a:srgbClr val="000000"/>
                </a:solidFill>
                <a:latin typeface="Times New Roman"/>
                <a:ea typeface="Times New Roman"/>
              </a:rPr>
              <a:t>doctors,</a:t>
            </a:r>
            <a:r>
              <a:rPr lang="en-US" altLang="zh-CN" sz="3000" spc="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45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3000" spc="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279" dirty="0">
                <a:solidFill>
                  <a:srgbClr val="000000"/>
                </a:solidFill>
                <a:latin typeface="Times New Roman"/>
                <a:ea typeface="Times New Roman"/>
              </a:rPr>
              <a:t>ratings</a:t>
            </a:r>
            <a:r>
              <a:rPr lang="en-US" altLang="zh-CN" sz="3000" spc="18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9275" y="3249210"/>
            <a:ext cx="6844047" cy="11830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85416"/>
              </a:lnSpc>
            </a:pPr>
            <a:r>
              <a:rPr lang="en-US" altLang="zh-CN" sz="3000" b="1" spc="325" dirty="0">
                <a:solidFill>
                  <a:srgbClr val="000000"/>
                </a:solidFill>
                <a:latin typeface="Times New Roman"/>
                <a:ea typeface="Times New Roman"/>
              </a:rPr>
              <a:t>b)</a:t>
            </a:r>
            <a:r>
              <a:rPr lang="en-US" altLang="zh-CN" sz="3000" b="1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b="1" spc="359" dirty="0">
                <a:solidFill>
                  <a:srgbClr val="000000"/>
                </a:solidFill>
                <a:latin typeface="Times New Roman"/>
                <a:ea typeface="Times New Roman"/>
              </a:rPr>
              <a:t>Doctor</a:t>
            </a:r>
            <a:r>
              <a:rPr lang="en-US" altLang="zh-CN" sz="3000" spc="22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3000" spc="18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3000" spc="354" dirty="0">
                <a:solidFill>
                  <a:srgbClr val="000000"/>
                </a:solidFill>
                <a:latin typeface="Times New Roman"/>
                <a:ea typeface="Times New Roman"/>
              </a:rPr>
              <a:t>Handle</a:t>
            </a:r>
            <a:r>
              <a:rPr lang="en-US" altLang="zh-CN" sz="3000" spc="18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3000" spc="320" dirty="0">
                <a:solidFill>
                  <a:srgbClr val="000000"/>
                </a:solidFill>
                <a:latin typeface="Times New Roman"/>
                <a:ea typeface="Times New Roman"/>
              </a:rPr>
              <a:t>appointments,</a:t>
            </a:r>
          </a:p>
          <a:p>
            <a:pPr marL="0" indent="514667">
              <a:lnSpc>
                <a:spcPct val="85416"/>
              </a:lnSpc>
              <a:tabLst>
                <a:tab pos="2853054" algn="l"/>
                <a:tab pos="4938395" algn="l"/>
              </a:tabLst>
            </a:pPr>
            <a:r>
              <a:rPr lang="en-US" altLang="zh-CN" sz="3000" spc="320" dirty="0">
                <a:solidFill>
                  <a:srgbClr val="000000"/>
                </a:solidFill>
                <a:latin typeface="Times New Roman"/>
                <a:ea typeface="Times New Roman"/>
              </a:rPr>
              <a:t>requests,	</a:t>
            </a:r>
            <a:r>
              <a:rPr lang="en-US" altLang="zh-CN" sz="3000" spc="354" dirty="0">
                <a:solidFill>
                  <a:srgbClr val="000000"/>
                </a:solidFill>
                <a:latin typeface="Times New Roman"/>
                <a:ea typeface="Times New Roman"/>
              </a:rPr>
              <a:t>manage	</a:t>
            </a:r>
            <a:r>
              <a:rPr lang="en-US" altLang="zh-CN" sz="3000" spc="300" dirty="0">
                <a:solidFill>
                  <a:srgbClr val="000000"/>
                </a:solidFill>
                <a:latin typeface="Times New Roman"/>
                <a:ea typeface="Times New Roman"/>
              </a:rPr>
              <a:t>schedule,</a:t>
            </a:r>
          </a:p>
          <a:p>
            <a:pPr marL="0" indent="514667">
              <a:lnSpc>
                <a:spcPct val="87916"/>
              </a:lnSpc>
            </a:pPr>
            <a:r>
              <a:rPr lang="en-US" altLang="zh-CN" sz="3000" spc="354" dirty="0">
                <a:solidFill>
                  <a:srgbClr val="000000"/>
                </a:solidFill>
                <a:latin typeface="Times New Roman"/>
                <a:ea typeface="Times New Roman"/>
              </a:rPr>
              <a:t>respond</a:t>
            </a:r>
            <a:r>
              <a:rPr lang="en-US" altLang="zh-CN" sz="3000" spc="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15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3000" spc="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25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3000" spc="20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93990" y="3249210"/>
            <a:ext cx="825968" cy="8705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90416"/>
              </a:lnSpc>
            </a:pPr>
            <a:r>
              <a:rPr lang="en-US" altLang="zh-CN" sz="3000" spc="145" dirty="0">
                <a:solidFill>
                  <a:srgbClr val="000000"/>
                </a:solidFill>
                <a:latin typeface="Times New Roman"/>
                <a:ea typeface="Times New Roman"/>
              </a:rPr>
              <a:t>vi</a:t>
            </a:r>
            <a:r>
              <a:rPr lang="en-US" altLang="zh-CN" sz="3000" spc="135" dirty="0">
                <a:solidFill>
                  <a:srgbClr val="000000"/>
                </a:solidFill>
                <a:latin typeface="Times New Roman"/>
                <a:ea typeface="Times New Roman"/>
              </a:rPr>
              <a:t>ew</a:t>
            </a:r>
          </a:p>
          <a:p>
            <a:pPr marL="0" indent="100329">
              <a:lnSpc>
                <a:spcPct val="100000"/>
              </a:lnSpc>
            </a:pPr>
            <a:r>
              <a:rPr lang="en-US" altLang="zh-CN" sz="3000" spc="419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9275" y="4432215"/>
            <a:ext cx="6768721" cy="12439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86250"/>
              </a:lnSpc>
              <a:tabLst>
                <a:tab pos="2329560" algn="l"/>
                <a:tab pos="4649851" algn="l"/>
              </a:tabLst>
            </a:pPr>
            <a:r>
              <a:rPr lang="en-US" altLang="zh-CN" sz="3000" b="1" spc="234" dirty="0">
                <a:solidFill>
                  <a:srgbClr val="000000"/>
                </a:solidFill>
                <a:latin typeface="Times New Roman"/>
                <a:ea typeface="Times New Roman"/>
              </a:rPr>
              <a:t>c)</a:t>
            </a:r>
            <a:r>
              <a:rPr lang="en-US" altLang="zh-CN" sz="3000" b="1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b="1" spc="3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3000" spc="185" dirty="0">
                <a:solidFill>
                  <a:srgbClr val="000000"/>
                </a:solidFill>
                <a:latin typeface="Times New Roman"/>
                <a:ea typeface="Times New Roman"/>
              </a:rPr>
              <a:t>:	</a:t>
            </a:r>
            <a:r>
              <a:rPr lang="en-US" altLang="zh-CN" sz="3000" spc="225" dirty="0">
                <a:solidFill>
                  <a:srgbClr val="000000"/>
                </a:solidFill>
                <a:latin typeface="Times New Roman"/>
                <a:ea typeface="Times New Roman"/>
              </a:rPr>
              <a:t>Register	</a:t>
            </a:r>
            <a:r>
              <a:rPr lang="en-US" altLang="zh-CN" sz="3000" spc="320" dirty="0">
                <a:solidFill>
                  <a:srgbClr val="000000"/>
                </a:solidFill>
                <a:latin typeface="Times New Roman"/>
                <a:ea typeface="Times New Roman"/>
              </a:rPr>
              <a:t>symptoms,</a:t>
            </a:r>
          </a:p>
          <a:p>
            <a:pPr marL="0" indent="514667">
              <a:lnSpc>
                <a:spcPct val="85833"/>
              </a:lnSpc>
              <a:tabLst>
                <a:tab pos="3298444" algn="l"/>
                <a:tab pos="5263896" algn="l"/>
              </a:tabLst>
            </a:pPr>
            <a:r>
              <a:rPr lang="en-US" altLang="zh-CN" sz="3000" spc="270" dirty="0">
                <a:solidFill>
                  <a:srgbClr val="000000"/>
                </a:solidFill>
                <a:latin typeface="Times New Roman"/>
                <a:ea typeface="Times New Roman"/>
              </a:rPr>
              <a:t>predictions,	</a:t>
            </a:r>
            <a:r>
              <a:rPr lang="en-US" altLang="zh-CN" sz="3000" spc="315" dirty="0">
                <a:solidFill>
                  <a:srgbClr val="000000"/>
                </a:solidFill>
                <a:latin typeface="Times New Roman"/>
                <a:ea typeface="Times New Roman"/>
              </a:rPr>
              <a:t>consult	</a:t>
            </a:r>
            <a:r>
              <a:rPr lang="en-US" altLang="zh-CN" sz="3000" spc="265" dirty="0">
                <a:solidFill>
                  <a:srgbClr val="000000"/>
                </a:solidFill>
                <a:latin typeface="Times New Roman"/>
                <a:ea typeface="Times New Roman"/>
              </a:rPr>
              <a:t>doctors,</a:t>
            </a:r>
          </a:p>
          <a:p>
            <a:pPr marL="0" indent="514667">
              <a:lnSpc>
                <a:spcPct val="100000"/>
              </a:lnSpc>
            </a:pPr>
            <a:r>
              <a:rPr lang="en-US" altLang="zh-CN" sz="3000" spc="329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3000" spc="2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290" dirty="0">
                <a:solidFill>
                  <a:srgbClr val="000000"/>
                </a:solidFill>
                <a:latin typeface="Times New Roman"/>
                <a:ea typeface="Times New Roman"/>
              </a:rPr>
              <a:t>bookings</a:t>
            </a:r>
            <a:r>
              <a:rPr lang="en-US" altLang="zh-CN" sz="3000" spc="189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94319" y="4432215"/>
            <a:ext cx="725639" cy="8763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58750">
              <a:lnSpc>
                <a:spcPct val="91666"/>
              </a:lnSpc>
            </a:pPr>
            <a:r>
              <a:rPr lang="en-US" altLang="zh-CN" sz="3000" spc="225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</a:p>
          <a:p>
            <a:pPr marL="0">
              <a:lnSpc>
                <a:spcPct val="100000"/>
              </a:lnSpc>
            </a:pPr>
            <a:r>
              <a:rPr lang="en-US" altLang="zh-CN" sz="3000" spc="419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9510" y="6463303"/>
            <a:ext cx="7706683" cy="18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416"/>
              </a:lnSpc>
              <a:tabLst>
                <a:tab pos="6495415" algn="l"/>
              </a:tabLst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0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	</a:t>
            </a:r>
            <a:r>
              <a:rPr lang="en-US" altLang="zh-CN" sz="1200" spc="129" dirty="0">
                <a:solidFill>
                  <a:srgbClr val="BF4F4C"/>
                </a:solidFill>
                <a:latin typeface="Times New Roman"/>
                <a:ea typeface="Times New Roman"/>
              </a:rPr>
              <a:t>Slides: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200" spc="200" dirty="0">
                <a:solidFill>
                  <a:srgbClr val="BF4F4C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1200" spc="8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94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8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70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35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549275" y="443955"/>
            <a:ext cx="7422264" cy="42027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25" dirty="0">
                <a:solidFill>
                  <a:srgbClr val="BF4F4C"/>
                </a:solidFill>
                <a:latin typeface="Times New Roman"/>
                <a:ea typeface="Times New Roman"/>
              </a:rPr>
              <a:t>SYMPT</a:t>
            </a:r>
            <a:r>
              <a:rPr lang="en-US" altLang="zh-CN" sz="3000" spc="114" dirty="0">
                <a:solidFill>
                  <a:srgbClr val="BF4F4C"/>
                </a:solidFill>
                <a:latin typeface="Times New Roman"/>
                <a:ea typeface="Times New Roman"/>
              </a:rPr>
              <a:t>OCARE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56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200" b="1" spc="145" dirty="0">
                <a:solidFill>
                  <a:srgbClr val="000000"/>
                </a:solidFill>
                <a:latin typeface="Times New Roman"/>
                <a:ea typeface="Times New Roman"/>
              </a:rPr>
              <a:t>FEATURES</a:t>
            </a:r>
            <a:r>
              <a:rPr lang="en-US" altLang="zh-CN" sz="3200" b="1" spc="94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79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200" spc="25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20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spc="405" dirty="0">
                <a:solidFill>
                  <a:srgbClr val="000000"/>
                </a:solidFill>
                <a:latin typeface="Times New Roman"/>
                <a:ea typeface="Times New Roman"/>
              </a:rPr>
              <a:t>Symptom</a:t>
            </a:r>
            <a:r>
              <a:rPr lang="en-US" altLang="zh-CN" sz="3200" spc="275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3200" spc="334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3200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00" dirty="0">
                <a:solidFill>
                  <a:srgbClr val="000000"/>
                </a:solidFill>
                <a:latin typeface="Times New Roman"/>
                <a:ea typeface="Times New Roman"/>
              </a:rPr>
              <a:t>disease</a:t>
            </a:r>
            <a:r>
              <a:rPr lang="en-US" altLang="zh-CN" sz="3200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00" dirty="0">
                <a:solidFill>
                  <a:srgbClr val="000000"/>
                </a:solidFill>
                <a:latin typeface="Times New Roman"/>
                <a:ea typeface="Times New Roman"/>
              </a:rPr>
              <a:t>prediction</a:t>
            </a:r>
            <a:r>
              <a:rPr lang="en-US" altLang="zh-CN" sz="3200" spc="19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81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200" spc="23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18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spc="295" dirty="0">
                <a:solidFill>
                  <a:srgbClr val="000000"/>
                </a:solidFill>
                <a:latin typeface="Times New Roman"/>
                <a:ea typeface="Times New Roman"/>
              </a:rPr>
              <a:t>Doctor’s</a:t>
            </a:r>
            <a:r>
              <a:rPr lang="en-US" altLang="zh-CN" sz="320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25" dirty="0">
                <a:solidFill>
                  <a:srgbClr val="000000"/>
                </a:solidFill>
                <a:latin typeface="Times New Roman"/>
                <a:ea typeface="Times New Roman"/>
              </a:rPr>
              <a:t>recommendation</a:t>
            </a:r>
            <a:r>
              <a:rPr lang="en-US" altLang="zh-CN" sz="320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25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3200" spc="17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79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1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Rating</a:t>
            </a:r>
            <a:r>
              <a:rPr lang="en-US" altLang="zh-CN" sz="32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32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review</a:t>
            </a:r>
            <a:r>
              <a:rPr lang="en-US" altLang="zh-CN" sz="32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32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32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doctors.</a:t>
            </a:r>
          </a:p>
          <a:p>
            <a:pPr>
              <a:lnSpc>
                <a:spcPts val="73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1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Booking</a:t>
            </a:r>
            <a:r>
              <a:rPr lang="en-US" altLang="zh-CN" sz="3200" spc="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3200" spc="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history</a:t>
            </a:r>
            <a:r>
              <a:rPr lang="en-US" altLang="zh-CN" sz="3200" spc="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tracking.</a:t>
            </a:r>
          </a:p>
          <a:p>
            <a:pPr>
              <a:lnSpc>
                <a:spcPts val="74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20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Schedule</a:t>
            </a:r>
            <a:r>
              <a:rPr lang="en-US" altLang="zh-CN" sz="3200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3200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appointment</a:t>
            </a:r>
            <a:r>
              <a:rPr lang="en-US" altLang="zh-CN" sz="3200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ea typeface="Times New Roman"/>
              </a:rPr>
              <a:t>management.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59510" y="6463303"/>
            <a:ext cx="7706683" cy="18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416"/>
              </a:lnSpc>
              <a:tabLst>
                <a:tab pos="6495415" algn="l"/>
              </a:tabLst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0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	</a:t>
            </a:r>
            <a:r>
              <a:rPr lang="en-US" altLang="zh-CN" sz="1200" spc="129" dirty="0">
                <a:solidFill>
                  <a:srgbClr val="BF4F4C"/>
                </a:solidFill>
                <a:latin typeface="Times New Roman"/>
                <a:ea typeface="Times New Roman"/>
              </a:rPr>
              <a:t>Slides: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200" spc="200" dirty="0">
                <a:solidFill>
                  <a:srgbClr val="BF4F4C"/>
                </a:solidFill>
                <a:latin typeface="Times New Roman"/>
                <a:ea typeface="Times New Roman"/>
              </a:rPr>
              <a:t>6</a:t>
            </a:r>
            <a:r>
              <a:rPr lang="en-US" altLang="zh-CN" sz="1200" spc="8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94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8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70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40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549275" y="503496"/>
            <a:ext cx="2550808" cy="11837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234" dirty="0">
                <a:solidFill>
                  <a:srgbClr val="BF4F4C"/>
                </a:solidFill>
                <a:latin typeface="Times New Roman"/>
                <a:ea typeface="Times New Roman"/>
              </a:rPr>
              <a:t>OB</a:t>
            </a:r>
            <a:r>
              <a:rPr lang="en-US" altLang="zh-CN" sz="3000" spc="229" dirty="0">
                <a:solidFill>
                  <a:srgbClr val="BF4F4C"/>
                </a:solidFill>
                <a:latin typeface="Times New Roman"/>
                <a:ea typeface="Times New Roman"/>
              </a:rPr>
              <a:t>JECTIVES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1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000" spc="18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000" spc="8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000" spc="195" dirty="0">
                <a:solidFill>
                  <a:srgbClr val="000000"/>
                </a:solidFill>
                <a:latin typeface="Times New Roman"/>
                <a:ea typeface="Times New Roman"/>
              </a:rPr>
              <a:t>Intelligent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32201" y="1232222"/>
            <a:ext cx="1589425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264" dirty="0">
                <a:solidFill>
                  <a:srgbClr val="000000"/>
                </a:solidFill>
                <a:latin typeface="Times New Roman"/>
                <a:ea typeface="Times New Roman"/>
              </a:rPr>
              <a:t>plat</a:t>
            </a:r>
            <a:r>
              <a:rPr lang="en-US" altLang="zh-CN" sz="3000" spc="254" dirty="0">
                <a:solidFill>
                  <a:srgbClr val="000000"/>
                </a:solidFill>
                <a:latin typeface="Times New Roman"/>
                <a:ea typeface="Times New Roman"/>
              </a:rPr>
              <a:t>form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082285" y="1232222"/>
            <a:ext cx="514109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45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956553" y="1232222"/>
            <a:ext cx="923300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234" dirty="0">
                <a:solidFill>
                  <a:srgbClr val="000000"/>
                </a:solidFill>
                <a:latin typeface="Times New Roman"/>
                <a:ea typeface="Times New Roman"/>
              </a:rPr>
              <a:t>ear</a:t>
            </a:r>
            <a:r>
              <a:rPr lang="en-US" altLang="zh-CN" sz="3000" spc="229" dirty="0">
                <a:solidFill>
                  <a:srgbClr val="000000"/>
                </a:solidFill>
                <a:latin typeface="Times New Roman"/>
                <a:ea typeface="Times New Roman"/>
              </a:rPr>
              <a:t>ly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236459" y="1232222"/>
            <a:ext cx="1381255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304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3000" spc="300" dirty="0">
                <a:solidFill>
                  <a:srgbClr val="000000"/>
                </a:solidFill>
                <a:latin typeface="Times New Roman"/>
                <a:ea typeface="Times New Roman"/>
              </a:rPr>
              <a:t>isease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92492" y="1689930"/>
            <a:ext cx="7832225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007423" algn="l"/>
                <a:tab pos="5167947" algn="l"/>
              </a:tabLst>
            </a:pPr>
            <a:r>
              <a:rPr lang="en-US" altLang="zh-CN" sz="3000" spc="259" dirty="0">
                <a:solidFill>
                  <a:srgbClr val="000000"/>
                </a:solidFill>
                <a:latin typeface="Times New Roman"/>
                <a:ea typeface="Times New Roman"/>
              </a:rPr>
              <a:t>prediction	</a:t>
            </a:r>
            <a:r>
              <a:rPr lang="en-US" altLang="zh-CN" sz="3000" spc="315" dirty="0">
                <a:solidFill>
                  <a:srgbClr val="000000"/>
                </a:solidFill>
                <a:latin typeface="Times New Roman"/>
                <a:ea typeface="Times New Roman"/>
              </a:rPr>
              <a:t>using	</a:t>
            </a:r>
            <a:r>
              <a:rPr lang="en-US" altLang="zh-CN" sz="3000" spc="304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3000" spc="259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3000" spc="304" dirty="0">
                <a:solidFill>
                  <a:srgbClr val="000000"/>
                </a:solidFill>
                <a:latin typeface="Times New Roman"/>
                <a:ea typeface="Times New Roman"/>
              </a:rPr>
              <a:t>reported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49275" y="2147892"/>
            <a:ext cx="2841131" cy="1007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43217">
              <a:lnSpc>
                <a:spcPct val="100000"/>
              </a:lnSpc>
            </a:pPr>
            <a:r>
              <a:rPr lang="en-US" altLang="zh-CN" sz="3000" spc="345" dirty="0">
                <a:solidFill>
                  <a:srgbClr val="000000"/>
                </a:solidFill>
                <a:latin typeface="Times New Roman"/>
                <a:ea typeface="Times New Roman"/>
              </a:rPr>
              <a:t>symptoms</a:t>
            </a:r>
            <a:r>
              <a:rPr lang="en-US" altLang="zh-CN" sz="3000" spc="19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73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000" spc="19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000" spc="8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000" spc="300" dirty="0">
                <a:solidFill>
                  <a:srgbClr val="000000"/>
                </a:solidFill>
                <a:latin typeface="Times New Roman"/>
                <a:ea typeface="Times New Roman"/>
              </a:rPr>
              <a:t>Recommends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652520" y="2700745"/>
            <a:ext cx="1450244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264" dirty="0">
                <a:solidFill>
                  <a:srgbClr val="000000"/>
                </a:solidFill>
                <a:latin typeface="Times New Roman"/>
                <a:ea typeface="Times New Roman"/>
              </a:rPr>
              <a:t>med</a:t>
            </a:r>
            <a:r>
              <a:rPr lang="en-US" altLang="zh-CN" sz="3000" spc="254" dirty="0">
                <a:solidFill>
                  <a:srgbClr val="000000"/>
                </a:solidFill>
                <a:latin typeface="Times New Roman"/>
                <a:ea typeface="Times New Roman"/>
              </a:rPr>
              <a:t>ical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366765" y="2700745"/>
            <a:ext cx="1954467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270" dirty="0">
                <a:solidFill>
                  <a:srgbClr val="000000"/>
                </a:solidFill>
                <a:latin typeface="Times New Roman"/>
                <a:ea typeface="Times New Roman"/>
              </a:rPr>
              <a:t>special</a:t>
            </a:r>
            <a:r>
              <a:rPr lang="en-US" altLang="zh-CN" sz="3000" spc="265" dirty="0">
                <a:solidFill>
                  <a:srgbClr val="000000"/>
                </a:solidFill>
                <a:latin typeface="Times New Roman"/>
                <a:ea typeface="Times New Roman"/>
              </a:rPr>
              <a:t>ists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576819" y="2700745"/>
            <a:ext cx="548544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79" dirty="0">
                <a:solidFill>
                  <a:srgbClr val="000000"/>
                </a:solidFill>
                <a:latin typeface="Times New Roman"/>
                <a:ea typeface="Times New Roman"/>
              </a:rPr>
              <a:t>via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82000" y="2700745"/>
            <a:ext cx="234077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49275" y="3158580"/>
            <a:ext cx="8067884" cy="24698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43217">
              <a:lnSpc>
                <a:spcPct val="100000"/>
              </a:lnSpc>
            </a:pPr>
            <a:r>
              <a:rPr lang="en-US" altLang="zh-CN" sz="3000" spc="309" dirty="0">
                <a:solidFill>
                  <a:srgbClr val="000000"/>
                </a:solidFill>
                <a:latin typeface="Times New Roman"/>
                <a:ea typeface="Times New Roman"/>
              </a:rPr>
              <a:t>smart</a:t>
            </a:r>
            <a:r>
              <a:rPr lang="en-US" altLang="zh-CN" sz="3000" spc="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34" dirty="0">
                <a:solidFill>
                  <a:srgbClr val="000000"/>
                </a:solidFill>
                <a:latin typeface="Times New Roman"/>
                <a:ea typeface="Times New Roman"/>
              </a:rPr>
              <a:t>recommendation</a:t>
            </a:r>
            <a:r>
              <a:rPr lang="en-US" altLang="zh-CN" sz="3000" spc="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09" dirty="0">
                <a:solidFill>
                  <a:srgbClr val="000000"/>
                </a:solidFill>
                <a:latin typeface="Times New Roman"/>
                <a:ea typeface="Times New Roman"/>
              </a:rPr>
              <a:t>engine</a:t>
            </a:r>
            <a:r>
              <a:rPr lang="en-US" altLang="zh-CN" sz="3000" spc="18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65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000" spc="279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000" spc="2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000" spc="379" dirty="0">
                <a:solidFill>
                  <a:srgbClr val="000000"/>
                </a:solidFill>
                <a:latin typeface="Times New Roman"/>
                <a:ea typeface="Times New Roman"/>
              </a:rPr>
              <a:t>Designed</a:t>
            </a:r>
            <a:r>
              <a:rPr lang="en-US" altLang="zh-CN" sz="3000" spc="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15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3000" spc="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29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3000" spc="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59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3000" spc="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25" dirty="0">
                <a:solidFill>
                  <a:srgbClr val="000000"/>
                </a:solidFill>
                <a:latin typeface="Times New Roman"/>
                <a:ea typeface="Times New Roman"/>
              </a:rPr>
              <a:t>limited</a:t>
            </a:r>
            <a:r>
              <a:rPr lang="en-US" altLang="zh-CN" sz="3000" spc="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65" dirty="0">
                <a:solidFill>
                  <a:srgbClr val="000000"/>
                </a:solidFill>
                <a:latin typeface="Times New Roman"/>
                <a:ea typeface="Times New Roman"/>
              </a:rPr>
              <a:t>medical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3000" spc="309" dirty="0">
                <a:solidFill>
                  <a:srgbClr val="000000"/>
                </a:solidFill>
                <a:latin typeface="Times New Roman"/>
                <a:ea typeface="Times New Roman"/>
              </a:rPr>
              <a:t>knowledge</a:t>
            </a:r>
            <a:r>
              <a:rPr lang="en-US" altLang="zh-CN" sz="3000" spc="175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  <a:r>
              <a:rPr lang="en-US" altLang="zh-CN" sz="30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265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3000" spc="215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3000" spc="250" dirty="0">
                <a:solidFill>
                  <a:srgbClr val="000000"/>
                </a:solidFill>
                <a:latin typeface="Times New Roman"/>
                <a:ea typeface="Times New Roman"/>
              </a:rPr>
              <a:t>friendly</a:t>
            </a:r>
            <a:r>
              <a:rPr lang="en-US" altLang="zh-CN" sz="30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09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30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254" dirty="0">
                <a:solidFill>
                  <a:srgbClr val="000000"/>
                </a:solidFill>
                <a:latin typeface="Times New Roman"/>
                <a:ea typeface="Times New Roman"/>
              </a:rPr>
              <a:t>accessible</a:t>
            </a:r>
            <a:r>
              <a:rPr lang="en-US" altLang="zh-CN" sz="3000" spc="189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74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000" spc="359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000" spc="28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000" spc="494" dirty="0">
                <a:solidFill>
                  <a:srgbClr val="000000"/>
                </a:solidFill>
                <a:latin typeface="Times New Roman"/>
                <a:ea typeface="Times New Roman"/>
              </a:rPr>
              <a:t>Focus</a:t>
            </a:r>
            <a:r>
              <a:rPr lang="en-US" altLang="zh-CN" sz="3000" spc="2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519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3000" spc="2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43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3000" spc="2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409" dirty="0">
                <a:solidFill>
                  <a:srgbClr val="000000"/>
                </a:solidFill>
                <a:latin typeface="Times New Roman"/>
                <a:ea typeface="Times New Roman"/>
              </a:rPr>
              <a:t>security</a:t>
            </a:r>
            <a:r>
              <a:rPr lang="en-US" altLang="zh-CN" sz="3000" spc="2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459" dirty="0">
                <a:solidFill>
                  <a:srgbClr val="000000"/>
                </a:solidFill>
                <a:latin typeface="Times New Roman"/>
                <a:ea typeface="Times New Roman"/>
              </a:rPr>
              <a:t>through</a:t>
            </a:r>
            <a:r>
              <a:rPr lang="en-US" altLang="zh-CN" sz="3000" spc="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434" dirty="0">
                <a:solidFill>
                  <a:srgbClr val="000000"/>
                </a:solidFill>
                <a:latin typeface="Times New Roman"/>
                <a:ea typeface="Times New Roman"/>
              </a:rPr>
              <a:t>robust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3000" spc="304" dirty="0">
                <a:solidFill>
                  <a:srgbClr val="000000"/>
                </a:solidFill>
                <a:latin typeface="Times New Roman"/>
                <a:ea typeface="Times New Roman"/>
              </a:rPr>
              <a:t>authentication</a:t>
            </a:r>
            <a:r>
              <a:rPr lang="en-US" altLang="zh-CN" sz="3000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59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3000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25" dirty="0">
                <a:solidFill>
                  <a:srgbClr val="000000"/>
                </a:solidFill>
                <a:latin typeface="Times New Roman"/>
                <a:ea typeface="Times New Roman"/>
              </a:rPr>
              <a:t>privacy</a:t>
            </a:r>
            <a:r>
              <a:rPr lang="en-US" altLang="zh-CN" sz="3000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350" dirty="0">
                <a:solidFill>
                  <a:srgbClr val="000000"/>
                </a:solidFill>
                <a:latin typeface="Times New Roman"/>
                <a:ea typeface="Times New Roman"/>
              </a:rPr>
              <a:t>measures</a:t>
            </a:r>
            <a:r>
              <a:rPr lang="en-US" altLang="zh-CN" sz="3000" spc="19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9510" y="6463303"/>
            <a:ext cx="7706683" cy="18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416"/>
              </a:lnSpc>
              <a:tabLst>
                <a:tab pos="6495415" algn="l"/>
              </a:tabLst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0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	</a:t>
            </a:r>
            <a:r>
              <a:rPr lang="en-US" altLang="zh-CN" sz="1200" spc="129" dirty="0">
                <a:solidFill>
                  <a:srgbClr val="BF4F4C"/>
                </a:solidFill>
                <a:latin typeface="Times New Roman"/>
                <a:ea typeface="Times New Roman"/>
              </a:rPr>
              <a:t>Slides: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200" spc="200" dirty="0">
                <a:solidFill>
                  <a:srgbClr val="BF4F4C"/>
                </a:solidFill>
                <a:latin typeface="Times New Roman"/>
                <a:ea typeface="Times New Roman"/>
              </a:rPr>
              <a:t>7</a:t>
            </a:r>
            <a:r>
              <a:rPr lang="en-US" altLang="zh-CN" sz="1200" spc="8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94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8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70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56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57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8"/>
          <p:cNvSpPr txBox="1"/>
          <p:nvPr/>
        </p:nvSpPr>
        <p:spPr>
          <a:xfrm>
            <a:off x="549275" y="503496"/>
            <a:ext cx="8069126" cy="12178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20" dirty="0">
                <a:solidFill>
                  <a:srgbClr val="BF4F4C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3000" spc="220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45" dirty="0">
                <a:solidFill>
                  <a:srgbClr val="BF4F4C"/>
                </a:solidFill>
                <a:latin typeface="Times New Roman"/>
                <a:ea typeface="Times New Roman"/>
              </a:rPr>
              <a:t>SYSTEM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4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200" spc="34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2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spc="569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3200" spc="2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405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3200" spc="2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84" dirty="0">
                <a:solidFill>
                  <a:srgbClr val="000000"/>
                </a:solidFill>
                <a:latin typeface="Times New Roman"/>
                <a:ea typeface="Times New Roman"/>
              </a:rPr>
              <a:t>rely</a:t>
            </a:r>
            <a:r>
              <a:rPr lang="en-US" altLang="zh-CN" sz="3200" spc="2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494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3200" spc="2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409" dirty="0">
                <a:solidFill>
                  <a:srgbClr val="000000"/>
                </a:solidFill>
                <a:latin typeface="Times New Roman"/>
                <a:ea typeface="Times New Roman"/>
              </a:rPr>
              <a:t>online</a:t>
            </a:r>
            <a:r>
              <a:rPr lang="en-US" altLang="zh-CN" sz="3200" spc="2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419" dirty="0">
                <a:solidFill>
                  <a:srgbClr val="000000"/>
                </a:solidFill>
                <a:latin typeface="Times New Roman"/>
                <a:ea typeface="Times New Roman"/>
              </a:rPr>
              <a:t>platforms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92492" y="1722261"/>
            <a:ext cx="7838897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082992" algn="l"/>
                <a:tab pos="2890837" algn="l"/>
                <a:tab pos="4315523" algn="l"/>
                <a:tab pos="6952550" algn="l"/>
              </a:tabLst>
            </a:pPr>
            <a:r>
              <a:rPr lang="en-US" altLang="zh-CN" sz="3200" spc="179" dirty="0">
                <a:solidFill>
                  <a:srgbClr val="000000"/>
                </a:solidFill>
                <a:latin typeface="Times New Roman"/>
                <a:ea typeface="Times New Roman"/>
              </a:rPr>
              <a:t>for	</a:t>
            </a:r>
            <a:r>
              <a:rPr lang="en-US" altLang="zh-CN" sz="3200" spc="350" dirty="0">
                <a:solidFill>
                  <a:srgbClr val="000000"/>
                </a:solidFill>
                <a:latin typeface="Times New Roman"/>
                <a:ea typeface="Times New Roman"/>
              </a:rPr>
              <a:t>health	</a:t>
            </a:r>
            <a:r>
              <a:rPr lang="en-US" altLang="zh-CN" sz="3200" spc="200" dirty="0">
                <a:solidFill>
                  <a:srgbClr val="000000"/>
                </a:solidFill>
                <a:latin typeface="Times New Roman"/>
                <a:ea typeface="Times New Roman"/>
              </a:rPr>
              <a:t>info,	</a:t>
            </a:r>
            <a:r>
              <a:rPr lang="en-US" altLang="zh-CN" sz="3200" spc="304" dirty="0">
                <a:solidFill>
                  <a:srgbClr val="000000"/>
                </a:solidFill>
                <a:latin typeface="Times New Roman"/>
                <a:ea typeface="Times New Roman"/>
              </a:rPr>
              <a:t>diagnoses,	</a:t>
            </a:r>
            <a:r>
              <a:rPr lang="en-US" altLang="zh-CN" sz="3200" spc="434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9275" y="2209941"/>
            <a:ext cx="2564159" cy="1068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43217">
              <a:lnSpc>
                <a:spcPct val="100000"/>
              </a:lnSpc>
            </a:pPr>
            <a:r>
              <a:rPr lang="en-US" altLang="zh-CN" sz="3200" spc="365" dirty="0">
                <a:solidFill>
                  <a:srgbClr val="000000"/>
                </a:solidFill>
                <a:latin typeface="Times New Roman"/>
                <a:ea typeface="Times New Roman"/>
              </a:rPr>
              <a:t>treatment</a:t>
            </a:r>
            <a:r>
              <a:rPr lang="en-US" altLang="zh-CN" sz="3200" spc="229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73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200" spc="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68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b="1" spc="270" dirty="0">
                <a:solidFill>
                  <a:srgbClr val="000000"/>
                </a:solidFill>
                <a:latin typeface="Times New Roman"/>
                <a:ea typeface="Times New Roman"/>
              </a:rPr>
              <a:t>Challenge</a:t>
            </a:r>
            <a:r>
              <a:rPr lang="en-US" altLang="zh-CN" sz="3200" spc="17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509390" y="2800342"/>
            <a:ext cx="1606313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200" spc="169" dirty="0">
                <a:solidFill>
                  <a:srgbClr val="000000"/>
                </a:solidFill>
                <a:latin typeface="Times New Roman"/>
                <a:ea typeface="Times New Roman"/>
              </a:rPr>
              <a:t>Difficu</a:t>
            </a:r>
            <a:r>
              <a:rPr lang="en-US" altLang="zh-CN" sz="3200" spc="164" dirty="0">
                <a:solidFill>
                  <a:srgbClr val="000000"/>
                </a:solidFill>
                <a:latin typeface="Times New Roman"/>
                <a:ea typeface="Times New Roman"/>
              </a:rPr>
              <a:t>lt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514340" y="2800342"/>
            <a:ext cx="1554225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200" spc="289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3200" spc="284" dirty="0">
                <a:solidFill>
                  <a:srgbClr val="000000"/>
                </a:solidFill>
                <a:latin typeface="Times New Roman"/>
                <a:ea typeface="Times New Roman"/>
              </a:rPr>
              <a:t>edical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463535" y="2800342"/>
            <a:ext cx="1151389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200" spc="375" dirty="0">
                <a:solidFill>
                  <a:srgbClr val="000000"/>
                </a:solidFill>
                <a:latin typeface="Times New Roman"/>
                <a:ea typeface="Times New Roman"/>
              </a:rPr>
              <a:t>ter</a:t>
            </a:r>
            <a:r>
              <a:rPr lang="en-US" altLang="zh-CN" sz="3200" spc="365" dirty="0">
                <a:solidFill>
                  <a:srgbClr val="000000"/>
                </a:solidFill>
                <a:latin typeface="Times New Roman"/>
                <a:ea typeface="Times New Roman"/>
              </a:rPr>
              <a:t>ms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92492" y="3288022"/>
            <a:ext cx="6339907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200" spc="309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32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15" dirty="0">
                <a:solidFill>
                  <a:srgbClr val="000000"/>
                </a:solidFill>
                <a:latin typeface="Times New Roman"/>
                <a:ea typeface="Times New Roman"/>
              </a:rPr>
              <a:t>overwhelming</a:t>
            </a:r>
            <a:r>
              <a:rPr lang="en-US" altLang="zh-CN" sz="32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279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3200" spc="179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49275" y="3862098"/>
            <a:ext cx="270613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92492" y="3868942"/>
            <a:ext cx="7825807" cy="1473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30175" hangingPunct="0">
              <a:lnSpc>
                <a:spcPct val="100416"/>
              </a:lnSpc>
            </a:pPr>
            <a:r>
              <a:rPr lang="en-US" altLang="zh-CN" sz="3200" spc="345" dirty="0">
                <a:solidFill>
                  <a:srgbClr val="000000"/>
                </a:solidFill>
                <a:latin typeface="Times New Roman"/>
                <a:ea typeface="Times New Roman"/>
              </a:rPr>
              <a:t>Platforms</a:t>
            </a:r>
            <a:r>
              <a:rPr lang="en-US" altLang="zh-CN" sz="3200" spc="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3200" spc="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400" dirty="0">
                <a:solidFill>
                  <a:srgbClr val="000000"/>
                </a:solidFill>
                <a:latin typeface="Times New Roman"/>
                <a:ea typeface="Times New Roman"/>
              </a:rPr>
              <a:t>Zocdoc</a:t>
            </a:r>
            <a:r>
              <a:rPr lang="en-US" altLang="zh-CN" sz="3200" spc="200" dirty="0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zh-CN" sz="3200" spc="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50" dirty="0">
                <a:solidFill>
                  <a:srgbClr val="000000"/>
                </a:solidFill>
                <a:latin typeface="Times New Roman"/>
                <a:ea typeface="Times New Roman"/>
              </a:rPr>
              <a:t>Healthgrades</a:t>
            </a:r>
            <a:r>
              <a:rPr lang="en-US" altLang="zh-CN" sz="3200" spc="220" dirty="0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475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3200" spc="2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544" dirty="0">
                <a:solidFill>
                  <a:srgbClr val="000000"/>
                </a:solidFill>
                <a:latin typeface="Times New Roman"/>
                <a:ea typeface="Times New Roman"/>
              </a:rPr>
              <a:t>RateMDs</a:t>
            </a:r>
            <a:r>
              <a:rPr lang="en-US" altLang="zh-CN" sz="3200" spc="2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44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3200" spc="2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84" dirty="0">
                <a:solidFill>
                  <a:srgbClr val="000000"/>
                </a:solidFill>
                <a:latin typeface="Times New Roman"/>
                <a:ea typeface="Times New Roman"/>
              </a:rPr>
              <a:t>patient</a:t>
            </a:r>
            <a:r>
              <a:rPr lang="en-US" altLang="zh-CN" sz="3200" spc="2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440" dirty="0">
                <a:solidFill>
                  <a:srgbClr val="000000"/>
                </a:solidFill>
                <a:latin typeface="Times New Roman"/>
                <a:ea typeface="Times New Roman"/>
              </a:rPr>
              <a:t>reviews</a:t>
            </a:r>
            <a:r>
              <a:rPr lang="en-US" altLang="zh-CN" sz="3200" spc="2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95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3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284" dirty="0">
                <a:solidFill>
                  <a:srgbClr val="000000"/>
                </a:solidFill>
                <a:latin typeface="Times New Roman"/>
                <a:ea typeface="Times New Roman"/>
              </a:rPr>
              <a:t>guide</a:t>
            </a:r>
            <a:r>
              <a:rPr lang="en-US" altLang="zh-CN" sz="3200" spc="2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279" dirty="0">
                <a:solidFill>
                  <a:srgbClr val="000000"/>
                </a:solidFill>
                <a:latin typeface="Times New Roman"/>
                <a:ea typeface="Times New Roman"/>
              </a:rPr>
              <a:t>choices</a:t>
            </a:r>
            <a:r>
              <a:rPr lang="en-US" altLang="zh-CN" sz="3200" spc="16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59510" y="6463303"/>
            <a:ext cx="7706683" cy="18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416"/>
              </a:lnSpc>
              <a:tabLst>
                <a:tab pos="6495415" algn="l"/>
              </a:tabLst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0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	</a:t>
            </a:r>
            <a:r>
              <a:rPr lang="en-US" altLang="zh-CN" sz="1200" spc="129" dirty="0">
                <a:solidFill>
                  <a:srgbClr val="BF4F4C"/>
                </a:solidFill>
                <a:latin typeface="Times New Roman"/>
                <a:ea typeface="Times New Roman"/>
              </a:rPr>
              <a:t>Slides: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200" spc="200" dirty="0">
                <a:solidFill>
                  <a:srgbClr val="BF4F4C"/>
                </a:solidFill>
                <a:latin typeface="Times New Roman"/>
                <a:ea typeface="Times New Roman"/>
              </a:rPr>
              <a:t>8</a:t>
            </a:r>
            <a:r>
              <a:rPr lang="en-US" altLang="zh-CN" sz="1200" spc="8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94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8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70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69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70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1"/>
          <p:cNvSpPr txBox="1"/>
          <p:nvPr/>
        </p:nvSpPr>
        <p:spPr>
          <a:xfrm>
            <a:off x="549275" y="503496"/>
            <a:ext cx="4049583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89" dirty="0">
                <a:solidFill>
                  <a:srgbClr val="BF4F4C"/>
                </a:solidFill>
                <a:latin typeface="Times New Roman"/>
                <a:ea typeface="Times New Roman"/>
              </a:rPr>
              <a:t>PROPOSED</a:t>
            </a:r>
            <a:r>
              <a:rPr lang="en-US" altLang="zh-CN" sz="3000" spc="22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200" dirty="0">
                <a:solidFill>
                  <a:srgbClr val="BF4F4C"/>
                </a:solidFill>
                <a:latin typeface="Times New Roman"/>
                <a:ea typeface="Times New Roman"/>
              </a:rPr>
              <a:t>SYSTEM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49275" y="1229769"/>
            <a:ext cx="270613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92492" y="1235978"/>
            <a:ext cx="7721306" cy="97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30175">
              <a:lnSpc>
                <a:spcPct val="100000"/>
              </a:lnSpc>
            </a:pPr>
            <a:r>
              <a:rPr lang="en-US" altLang="zh-CN" sz="3200" spc="309" dirty="0">
                <a:solidFill>
                  <a:srgbClr val="000000"/>
                </a:solidFill>
                <a:latin typeface="Times New Roman"/>
                <a:ea typeface="Times New Roman"/>
              </a:rPr>
              <a:t>Uses</a:t>
            </a:r>
            <a:r>
              <a:rPr lang="en-US" altLang="zh-CN" sz="32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290" dirty="0">
                <a:solidFill>
                  <a:srgbClr val="000000"/>
                </a:solidFill>
                <a:latin typeface="Times New Roman"/>
                <a:ea typeface="Times New Roman"/>
              </a:rPr>
              <a:t>review</a:t>
            </a:r>
            <a:r>
              <a:rPr lang="en-US" altLang="zh-CN" sz="32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00" dirty="0">
                <a:solidFill>
                  <a:srgbClr val="000000"/>
                </a:solidFill>
                <a:latin typeface="Times New Roman"/>
                <a:ea typeface="Times New Roman"/>
              </a:rPr>
              <a:t>mining</a:t>
            </a:r>
            <a:r>
              <a:rPr lang="en-US" altLang="zh-CN" sz="32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84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32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265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3200" spc="225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3200" spc="250" dirty="0">
                <a:solidFill>
                  <a:srgbClr val="000000"/>
                </a:solidFill>
                <a:latin typeface="Times New Roman"/>
                <a:ea typeface="Times New Roman"/>
              </a:rPr>
              <a:t>friendly</a:t>
            </a:r>
            <a:r>
              <a:rPr lang="en-US" altLang="zh-CN" sz="32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50" dirty="0">
                <a:solidFill>
                  <a:srgbClr val="000000"/>
                </a:solidFill>
                <a:latin typeface="Times New Roman"/>
                <a:ea typeface="Times New Roman"/>
              </a:rPr>
              <a:t>UI</a:t>
            </a:r>
          </a:p>
          <a:p>
            <a:pPr marL="0">
              <a:lnSpc>
                <a:spcPct val="100000"/>
              </a:lnSpc>
            </a:pPr>
            <a:r>
              <a:rPr lang="en-US" altLang="zh-CN" sz="3200" spc="29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3200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284" dirty="0">
                <a:solidFill>
                  <a:srgbClr val="000000"/>
                </a:solidFill>
                <a:latin typeface="Times New Roman"/>
                <a:ea typeface="Times New Roman"/>
              </a:rPr>
              <a:t>better</a:t>
            </a:r>
            <a:r>
              <a:rPr lang="en-US" altLang="zh-CN" sz="3200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09" dirty="0">
                <a:solidFill>
                  <a:srgbClr val="000000"/>
                </a:solidFill>
                <a:latin typeface="Times New Roman"/>
                <a:ea typeface="Times New Roman"/>
              </a:rPr>
              <a:t>healthcare</a:t>
            </a:r>
            <a:r>
              <a:rPr lang="en-US" altLang="zh-CN" sz="3200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09" dirty="0">
                <a:solidFill>
                  <a:srgbClr val="000000"/>
                </a:solidFill>
                <a:latin typeface="Times New Roman"/>
                <a:ea typeface="Times New Roman"/>
              </a:rPr>
              <a:t>decisions</a:t>
            </a:r>
            <a:r>
              <a:rPr lang="en-US" altLang="zh-CN" sz="3200" spc="20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49275" y="2302106"/>
            <a:ext cx="8184365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052826" algn="l"/>
                <a:tab pos="4381246" algn="l"/>
                <a:tab pos="6653530" algn="l"/>
              </a:tabLst>
            </a:pPr>
            <a:r>
              <a:rPr lang="en-US" altLang="zh-CN" sz="3200" spc="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16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spc="259" dirty="0">
                <a:solidFill>
                  <a:srgbClr val="000000"/>
                </a:solidFill>
                <a:latin typeface="Times New Roman"/>
                <a:ea typeface="Times New Roman"/>
              </a:rPr>
              <a:t>Aggregates	</a:t>
            </a:r>
            <a:r>
              <a:rPr lang="en-US" altLang="zh-CN" sz="3200" spc="450" dirty="0">
                <a:solidFill>
                  <a:srgbClr val="000000"/>
                </a:solidFill>
                <a:latin typeface="Times New Roman"/>
                <a:ea typeface="Times New Roman"/>
              </a:rPr>
              <a:t>and	</a:t>
            </a:r>
            <a:r>
              <a:rPr lang="en-US" altLang="zh-CN" sz="3200" spc="295" dirty="0">
                <a:solidFill>
                  <a:srgbClr val="000000"/>
                </a:solidFill>
                <a:latin typeface="Times New Roman"/>
                <a:ea typeface="Times New Roman"/>
              </a:rPr>
              <a:t>analyzes	</a:t>
            </a:r>
            <a:r>
              <a:rPr lang="en-US" altLang="zh-CN" sz="3200" spc="325" dirty="0">
                <a:solidFill>
                  <a:srgbClr val="000000"/>
                </a:solidFill>
                <a:latin typeface="Times New Roman"/>
                <a:ea typeface="Times New Roman"/>
              </a:rPr>
              <a:t>patient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92492" y="2800342"/>
            <a:ext cx="7663526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200" spc="309" dirty="0">
                <a:solidFill>
                  <a:srgbClr val="000000"/>
                </a:solidFill>
                <a:latin typeface="Times New Roman"/>
                <a:ea typeface="Times New Roman"/>
              </a:rPr>
              <a:t>reviews</a:t>
            </a:r>
            <a:r>
              <a:rPr lang="en-US" altLang="zh-CN" sz="3200" spc="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284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3200" spc="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284" dirty="0">
                <a:solidFill>
                  <a:srgbClr val="000000"/>
                </a:solidFill>
                <a:latin typeface="Times New Roman"/>
                <a:ea typeface="Times New Roman"/>
              </a:rPr>
              <a:t>assess</a:t>
            </a:r>
            <a:r>
              <a:rPr lang="en-US" altLang="zh-CN" sz="3200" spc="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00" dirty="0">
                <a:solidFill>
                  <a:srgbClr val="000000"/>
                </a:solidFill>
                <a:latin typeface="Times New Roman"/>
                <a:ea typeface="Times New Roman"/>
              </a:rPr>
              <a:t>doctor</a:t>
            </a:r>
            <a:r>
              <a:rPr lang="en-US" altLang="zh-CN" sz="3200" spc="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25" dirty="0">
                <a:solidFill>
                  <a:srgbClr val="000000"/>
                </a:solidFill>
                <a:latin typeface="Times New Roman"/>
                <a:ea typeface="Times New Roman"/>
              </a:rPr>
              <a:t>performance</a:t>
            </a:r>
            <a:r>
              <a:rPr lang="en-US" altLang="zh-CN" sz="3200" spc="19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49275" y="3379594"/>
            <a:ext cx="8184490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640201" algn="l"/>
                <a:tab pos="5748401" algn="l"/>
                <a:tab pos="7557769" algn="l"/>
              </a:tabLst>
            </a:pPr>
            <a:r>
              <a:rPr lang="en-US" altLang="zh-CN" sz="3200" spc="24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23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spc="370" dirty="0">
                <a:solidFill>
                  <a:srgbClr val="000000"/>
                </a:solidFill>
                <a:latin typeface="Times New Roman"/>
                <a:ea typeface="Times New Roman"/>
              </a:rPr>
              <a:t>Recommends	</a:t>
            </a:r>
            <a:r>
              <a:rPr lang="en-US" altLang="zh-CN" sz="3200" spc="295" dirty="0">
                <a:solidFill>
                  <a:srgbClr val="000000"/>
                </a:solidFill>
                <a:latin typeface="Times New Roman"/>
                <a:ea typeface="Times New Roman"/>
              </a:rPr>
              <a:t>doctors	</a:t>
            </a:r>
            <a:r>
              <a:rPr lang="en-US" altLang="zh-CN" sz="3200" spc="379" dirty="0">
                <a:solidFill>
                  <a:srgbClr val="000000"/>
                </a:solidFill>
                <a:latin typeface="Times New Roman"/>
                <a:ea typeface="Times New Roman"/>
              </a:rPr>
              <a:t>based	</a:t>
            </a:r>
            <a:r>
              <a:rPr lang="en-US" altLang="zh-CN" sz="3200" spc="345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92492" y="3868307"/>
            <a:ext cx="4108517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200" spc="290" dirty="0">
                <a:solidFill>
                  <a:srgbClr val="000000"/>
                </a:solidFill>
                <a:latin typeface="Times New Roman"/>
                <a:ea typeface="Times New Roman"/>
              </a:rPr>
              <a:t>predicted</a:t>
            </a:r>
            <a:r>
              <a:rPr lang="en-US" altLang="zh-CN" sz="3200" spc="2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00" dirty="0">
                <a:solidFill>
                  <a:srgbClr val="000000"/>
                </a:solidFill>
                <a:latin typeface="Times New Roman"/>
                <a:ea typeface="Times New Roman"/>
              </a:rPr>
              <a:t>diagnosis</a:t>
            </a:r>
            <a:r>
              <a:rPr lang="en-US" altLang="zh-CN" sz="3200" spc="189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49275" y="4457570"/>
            <a:ext cx="8185291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200" spc="27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22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3200" spc="415" dirty="0">
                <a:solidFill>
                  <a:srgbClr val="000000"/>
                </a:solidFill>
                <a:latin typeface="Times New Roman"/>
                <a:ea typeface="Times New Roman"/>
              </a:rPr>
              <a:t>Adds</a:t>
            </a:r>
            <a:r>
              <a:rPr lang="en-US" altLang="zh-CN" sz="3200" spc="19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350" dirty="0">
                <a:solidFill>
                  <a:srgbClr val="000000"/>
                </a:solidFill>
                <a:latin typeface="Times New Roman"/>
                <a:ea typeface="Times New Roman"/>
              </a:rPr>
              <a:t>medication</a:t>
            </a:r>
            <a:r>
              <a:rPr lang="en-US" altLang="zh-CN" sz="3200" spc="2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334" dirty="0">
                <a:solidFill>
                  <a:srgbClr val="000000"/>
                </a:solidFill>
                <a:latin typeface="Times New Roman"/>
                <a:ea typeface="Times New Roman"/>
              </a:rPr>
              <a:t>suggestions</a:t>
            </a:r>
            <a:r>
              <a:rPr lang="en-US" altLang="zh-CN" sz="3200" spc="19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359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92492" y="4946283"/>
            <a:ext cx="7841823" cy="487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200" spc="44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3200" spc="2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365" dirty="0">
                <a:solidFill>
                  <a:srgbClr val="000000"/>
                </a:solidFill>
                <a:latin typeface="Times New Roman"/>
                <a:ea typeface="Times New Roman"/>
              </a:rPr>
              <a:t>reviews,</a:t>
            </a:r>
            <a:r>
              <a:rPr lang="en-US" altLang="zh-CN" sz="3200" spc="2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350" dirty="0">
                <a:solidFill>
                  <a:srgbClr val="000000"/>
                </a:solidFill>
                <a:latin typeface="Times New Roman"/>
                <a:ea typeface="Times New Roman"/>
              </a:rPr>
              <a:t>guidelines,</a:t>
            </a:r>
            <a:r>
              <a:rPr lang="en-US" altLang="zh-CN" sz="3200" spc="2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43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3200" spc="2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3200" spc="340" dirty="0">
                <a:solidFill>
                  <a:srgbClr val="000000"/>
                </a:solidFill>
                <a:latin typeface="Times New Roman"/>
                <a:ea typeface="Times New Roman"/>
              </a:rPr>
              <a:t>patient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92492" y="5433963"/>
            <a:ext cx="3118780" cy="12065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200" spc="365" dirty="0">
                <a:solidFill>
                  <a:srgbClr val="000000"/>
                </a:solidFill>
                <a:latin typeface="Times New Roman"/>
                <a:ea typeface="Times New Roman"/>
              </a:rPr>
              <a:t>needs</a:t>
            </a:r>
            <a:r>
              <a:rPr lang="en-US" altLang="zh-CN" sz="3200" spc="20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19"/>
              </a:lnSpc>
            </a:pPr>
            <a:endParaRPr lang="en-US" dirty="0" smtClean="0"/>
          </a:p>
          <a:p>
            <a:pPr marL="0" indent="267017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5" dirty="0">
                <a:solidFill>
                  <a:srgbClr val="BF4F4C"/>
                </a:solidFill>
                <a:latin typeface="Times New Roman"/>
                <a:ea typeface="Times New Roman"/>
              </a:rPr>
              <a:t>Slid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es: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8278876" y="6470182"/>
            <a:ext cx="10740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9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85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eform 86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7"/>
          <p:cNvSpPr txBox="1"/>
          <p:nvPr/>
        </p:nvSpPr>
        <p:spPr>
          <a:xfrm>
            <a:off x="549275" y="503496"/>
            <a:ext cx="8063297" cy="10965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80" dirty="0">
                <a:solidFill>
                  <a:srgbClr val="BF4F4C"/>
                </a:solidFill>
                <a:latin typeface="Times New Roman"/>
                <a:ea typeface="Times New Roman"/>
              </a:rPr>
              <a:t>MOTIVATIO</a:t>
            </a:r>
            <a:r>
              <a:rPr lang="en-US" altLang="zh-CN" sz="3000" spc="75" dirty="0">
                <a:solidFill>
                  <a:srgbClr val="BF4F4C"/>
                </a:solidFill>
                <a:latin typeface="Times New Roman"/>
                <a:ea typeface="Times New Roman"/>
              </a:rPr>
              <a:t>NS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5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20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164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spc="270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2400" spc="15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spc="240" dirty="0">
                <a:solidFill>
                  <a:srgbClr val="000000"/>
                </a:solidFill>
                <a:latin typeface="Times New Roman"/>
                <a:ea typeface="Times New Roman"/>
              </a:rPr>
              <a:t>struggle</a:t>
            </a:r>
            <a:r>
              <a:rPr lang="en-US" altLang="zh-CN" sz="2400" spc="15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spc="265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2400" spc="15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spc="295" dirty="0">
                <a:solidFill>
                  <a:srgbClr val="000000"/>
                </a:solidFill>
                <a:latin typeface="Times New Roman"/>
                <a:ea typeface="Times New Roman"/>
              </a:rPr>
              <a:t>complex</a:t>
            </a:r>
            <a:r>
              <a:rPr lang="en-US" altLang="zh-CN" sz="2400" spc="15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spc="270" dirty="0">
                <a:solidFill>
                  <a:srgbClr val="000000"/>
                </a:solidFill>
                <a:latin typeface="Times New Roman"/>
                <a:ea typeface="Times New Roman"/>
              </a:rPr>
              <a:t>medical</a:t>
            </a:r>
            <a:r>
              <a:rPr lang="en-US" altLang="zh-CN" sz="2400" spc="15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spc="284" dirty="0">
                <a:solidFill>
                  <a:srgbClr val="000000"/>
                </a:solidFill>
                <a:latin typeface="Times New Roman"/>
                <a:ea typeface="Times New Roman"/>
              </a:rPr>
              <a:t>terms,We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92492" y="1600090"/>
            <a:ext cx="7835472" cy="365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713293" algn="l"/>
                <a:tab pos="3993578" algn="l"/>
                <a:tab pos="5360098" algn="l"/>
              </a:tabLst>
            </a:pPr>
            <a:r>
              <a:rPr lang="en-US" altLang="zh-CN" sz="2400" spc="154" dirty="0">
                <a:solidFill>
                  <a:srgbClr val="000000"/>
                </a:solidFill>
                <a:latin typeface="Times New Roman"/>
                <a:ea typeface="Times New Roman"/>
              </a:rPr>
              <a:t>simplify	</a:t>
            </a:r>
            <a:r>
              <a:rPr lang="en-US" altLang="zh-CN" sz="2400" spc="209" dirty="0">
                <a:solidFill>
                  <a:srgbClr val="000000"/>
                </a:solidFill>
                <a:latin typeface="Times New Roman"/>
                <a:ea typeface="Times New Roman"/>
              </a:rPr>
              <a:t>information	</a:t>
            </a:r>
            <a:r>
              <a:rPr lang="en-US" altLang="zh-CN" sz="2400" spc="250" dirty="0">
                <a:solidFill>
                  <a:srgbClr val="000000"/>
                </a:solidFill>
                <a:latin typeface="Times New Roman"/>
                <a:ea typeface="Times New Roman"/>
              </a:rPr>
              <a:t>using	</a:t>
            </a:r>
            <a:r>
              <a:rPr lang="en-US" altLang="zh-CN" sz="2400" spc="225" dirty="0">
                <a:solidFill>
                  <a:srgbClr val="000000"/>
                </a:solidFill>
                <a:latin typeface="Times New Roman"/>
                <a:ea typeface="Times New Roman"/>
              </a:rPr>
              <a:t>layman</a:t>
            </a:r>
            <a:r>
              <a:rPr lang="en-US" altLang="zh-CN" sz="2400" spc="17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2400" spc="179" dirty="0">
                <a:solidFill>
                  <a:srgbClr val="000000"/>
                </a:solidFill>
                <a:latin typeface="Times New Roman"/>
                <a:ea typeface="Times New Roman"/>
              </a:rPr>
              <a:t>friendly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49275" y="1965850"/>
            <a:ext cx="8069701" cy="40253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43217">
              <a:lnSpc>
                <a:spcPct val="100000"/>
              </a:lnSpc>
            </a:pPr>
            <a:r>
              <a:rPr lang="en-US" altLang="zh-CN" sz="2400" spc="24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2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22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17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spc="250" dirty="0">
                <a:solidFill>
                  <a:srgbClr val="000000"/>
                </a:solidFill>
                <a:latin typeface="Times New Roman"/>
                <a:ea typeface="Times New Roman"/>
              </a:rPr>
              <a:t>centralizes</a:t>
            </a:r>
            <a:r>
              <a:rPr lang="en-US" altLang="zh-CN" sz="240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50" dirty="0">
                <a:solidFill>
                  <a:srgbClr val="000000"/>
                </a:solidFill>
                <a:latin typeface="Times New Roman"/>
                <a:ea typeface="Times New Roman"/>
              </a:rPr>
              <a:t>trusted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7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15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50" dirty="0">
                <a:solidFill>
                  <a:srgbClr val="000000"/>
                </a:solidFill>
                <a:latin typeface="Times New Roman"/>
                <a:ea typeface="Times New Roman"/>
              </a:rPr>
              <a:t>patient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84" dirty="0">
                <a:solidFill>
                  <a:srgbClr val="000000"/>
                </a:solidFill>
                <a:latin typeface="Times New Roman"/>
                <a:ea typeface="Times New Roman"/>
              </a:rPr>
              <a:t>reviews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59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09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400" spc="209" dirty="0">
                <a:solidFill>
                  <a:srgbClr val="000000"/>
                </a:solidFill>
                <a:latin typeface="Times New Roman"/>
                <a:ea typeface="Times New Roman"/>
              </a:rPr>
              <a:t>platform</a:t>
            </a:r>
            <a:r>
              <a:rPr lang="en-US" altLang="zh-CN" sz="2400" spc="14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5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22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17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spc="275" dirty="0">
                <a:solidFill>
                  <a:srgbClr val="000000"/>
                </a:solidFill>
                <a:latin typeface="Times New Roman"/>
                <a:ea typeface="Times New Roman"/>
              </a:rPr>
              <a:t>Offers</a:t>
            </a:r>
            <a:r>
              <a:rPr lang="en-US" altLang="zh-CN" sz="240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50" dirty="0">
                <a:solidFill>
                  <a:srgbClr val="000000"/>
                </a:solidFill>
                <a:latin typeface="Times New Roman"/>
                <a:ea typeface="Times New Roman"/>
              </a:rPr>
              <a:t>instant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65" dirty="0">
                <a:solidFill>
                  <a:srgbClr val="000000"/>
                </a:solidFill>
                <a:latin typeface="Times New Roman"/>
                <a:ea typeface="Times New Roman"/>
              </a:rPr>
              <a:t>disease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65" dirty="0">
                <a:solidFill>
                  <a:srgbClr val="000000"/>
                </a:solidFill>
                <a:latin typeface="Times New Roman"/>
                <a:ea typeface="Times New Roman"/>
              </a:rPr>
              <a:t>prediction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15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90" dirty="0">
                <a:solidFill>
                  <a:srgbClr val="000000"/>
                </a:solidFill>
                <a:latin typeface="Times New Roman"/>
                <a:ea typeface="Times New Roman"/>
              </a:rPr>
              <a:t>smart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75" dirty="0">
                <a:solidFill>
                  <a:srgbClr val="000000"/>
                </a:solidFill>
                <a:latin typeface="Times New Roman"/>
                <a:ea typeface="Times New Roman"/>
              </a:rPr>
              <a:t>doctor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400" spc="259" dirty="0">
                <a:solidFill>
                  <a:srgbClr val="000000"/>
                </a:solidFill>
                <a:latin typeface="Times New Roman"/>
                <a:ea typeface="Times New Roman"/>
              </a:rPr>
              <a:t>recommendations</a:t>
            </a:r>
            <a:r>
              <a:rPr lang="en-US" altLang="zh-CN" sz="2400" spc="15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5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22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17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spc="275" dirty="0">
                <a:solidFill>
                  <a:srgbClr val="000000"/>
                </a:solidFill>
                <a:latin typeface="Times New Roman"/>
                <a:ea typeface="Times New Roman"/>
              </a:rPr>
              <a:t>suggests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50" dirty="0">
                <a:solidFill>
                  <a:srgbClr val="000000"/>
                </a:solidFill>
                <a:latin typeface="Times New Roman"/>
                <a:ea typeface="Times New Roman"/>
              </a:rPr>
              <a:t>suitable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95" dirty="0">
                <a:solidFill>
                  <a:srgbClr val="000000"/>
                </a:solidFill>
                <a:latin typeface="Times New Roman"/>
                <a:ea typeface="Times New Roman"/>
              </a:rPr>
              <a:t>medicines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25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84" dirty="0">
                <a:solidFill>
                  <a:srgbClr val="000000"/>
                </a:solidFill>
                <a:latin typeface="Times New Roman"/>
                <a:ea typeface="Times New Roman"/>
              </a:rPr>
              <a:t>reviews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2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400" spc="200" dirty="0">
                <a:solidFill>
                  <a:srgbClr val="000000"/>
                </a:solidFill>
                <a:latin typeface="Times New Roman"/>
                <a:ea typeface="Times New Roman"/>
              </a:rPr>
              <a:t>patient</a:t>
            </a:r>
            <a:r>
              <a:rPr lang="en-US" altLang="zh-CN" sz="240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00" dirty="0">
                <a:solidFill>
                  <a:srgbClr val="000000"/>
                </a:solidFill>
                <a:latin typeface="Times New Roman"/>
                <a:ea typeface="Times New Roman"/>
              </a:rPr>
              <a:t>profiles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5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179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14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spc="225" dirty="0">
                <a:solidFill>
                  <a:srgbClr val="000000"/>
                </a:solidFill>
                <a:latin typeface="Times New Roman"/>
                <a:ea typeface="Times New Roman"/>
              </a:rPr>
              <a:t>provides</a:t>
            </a:r>
            <a:r>
              <a:rPr lang="en-US" altLang="zh-CN" sz="2400" spc="1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54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24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185" dirty="0">
                <a:solidFill>
                  <a:srgbClr val="000000"/>
                </a:solidFill>
                <a:latin typeface="Times New Roman"/>
                <a:ea typeface="Times New Roman"/>
              </a:rPr>
              <a:t>intuitive,</a:t>
            </a:r>
            <a:r>
              <a:rPr lang="en-US" altLang="zh-CN" sz="2400" spc="1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15" dirty="0">
                <a:solidFill>
                  <a:srgbClr val="000000"/>
                </a:solidFill>
                <a:latin typeface="Times New Roman"/>
                <a:ea typeface="Times New Roman"/>
              </a:rPr>
              <a:t>accessible</a:t>
            </a:r>
            <a:r>
              <a:rPr lang="en-US" altLang="zh-CN" sz="2400" spc="1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84" dirty="0">
                <a:solidFill>
                  <a:srgbClr val="000000"/>
                </a:solidFill>
                <a:latin typeface="Times New Roman"/>
                <a:ea typeface="Times New Roman"/>
              </a:rPr>
              <a:t>UI</a:t>
            </a:r>
            <a:r>
              <a:rPr lang="en-US" altLang="zh-CN" sz="24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2400" spc="1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179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24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15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2400" spc="13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7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229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17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spc="284" dirty="0">
                <a:solidFill>
                  <a:srgbClr val="000000"/>
                </a:solidFill>
                <a:latin typeface="Times New Roman"/>
                <a:ea typeface="Times New Roman"/>
              </a:rPr>
              <a:t>uses</a:t>
            </a:r>
            <a:r>
              <a:rPr lang="en-US" altLang="zh-CN" sz="2400" spc="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45" dirty="0">
                <a:solidFill>
                  <a:srgbClr val="000000"/>
                </a:solidFill>
                <a:latin typeface="Times New Roman"/>
                <a:ea typeface="Times New Roman"/>
              </a:rPr>
              <a:t>AI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59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79" dirty="0">
                <a:solidFill>
                  <a:srgbClr val="000000"/>
                </a:solidFill>
                <a:latin typeface="Times New Roman"/>
                <a:ea typeface="Times New Roman"/>
              </a:rPr>
              <a:t>suggest</a:t>
            </a:r>
            <a:r>
              <a:rPr lang="en-US" altLang="zh-CN" sz="240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50" dirty="0">
                <a:solidFill>
                  <a:srgbClr val="000000"/>
                </a:solidFill>
                <a:latin typeface="Times New Roman"/>
                <a:ea typeface="Times New Roman"/>
              </a:rPr>
              <a:t>specialists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29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240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40" dirty="0">
                <a:solidFill>
                  <a:srgbClr val="000000"/>
                </a:solidFill>
                <a:latin typeface="Times New Roman"/>
                <a:ea typeface="Times New Roman"/>
              </a:rPr>
              <a:t>symptoms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400" spc="29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34" dirty="0">
                <a:solidFill>
                  <a:srgbClr val="000000"/>
                </a:solidFill>
                <a:latin typeface="Times New Roman"/>
                <a:ea typeface="Times New Roman"/>
              </a:rPr>
              <a:t>history</a:t>
            </a:r>
            <a:r>
              <a:rPr lang="en-US" altLang="zh-CN" sz="2400" spc="179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59510" y="6463303"/>
            <a:ext cx="7706683" cy="18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416"/>
              </a:lnSpc>
              <a:tabLst>
                <a:tab pos="6495415" algn="l"/>
              </a:tabLst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0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	Slides: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75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35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92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 93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4"/>
          <p:cNvSpPr txBox="1"/>
          <p:nvPr/>
        </p:nvSpPr>
        <p:spPr>
          <a:xfrm>
            <a:off x="549275" y="537786"/>
            <a:ext cx="8069988" cy="14267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14" dirty="0">
                <a:solidFill>
                  <a:srgbClr val="BF4F4C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3000" spc="104" dirty="0">
                <a:solidFill>
                  <a:srgbClr val="BF4F4C"/>
                </a:solidFill>
                <a:latin typeface="Times New Roman"/>
                <a:ea typeface="Times New Roman"/>
              </a:rPr>
              <a:t>ALITIES</a:t>
            </a:r>
          </a:p>
          <a:p>
            <a:pPr>
              <a:lnSpc>
                <a:spcPts val="183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22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17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b="1" spc="315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2400" b="1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275" dirty="0">
                <a:solidFill>
                  <a:srgbClr val="000000"/>
                </a:solidFill>
                <a:latin typeface="Times New Roman"/>
                <a:ea typeface="Times New Roman"/>
              </a:rPr>
              <a:t>Registration</a:t>
            </a:r>
            <a:r>
              <a:rPr lang="en-US" altLang="zh-CN" sz="2400" b="1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555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2400" b="1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315" dirty="0">
                <a:solidFill>
                  <a:srgbClr val="000000"/>
                </a:solidFill>
                <a:latin typeface="Times New Roman"/>
                <a:ea typeface="Times New Roman"/>
              </a:rPr>
              <a:t>Login</a:t>
            </a:r>
            <a:r>
              <a:rPr lang="en-US" altLang="zh-CN" sz="2400" b="1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15" dirty="0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84" dirty="0">
                <a:solidFill>
                  <a:srgbClr val="000000"/>
                </a:solidFill>
                <a:latin typeface="Times New Roman"/>
                <a:ea typeface="Times New Roman"/>
              </a:rPr>
              <a:t>Secure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65" dirty="0">
                <a:solidFill>
                  <a:srgbClr val="000000"/>
                </a:solidFill>
                <a:latin typeface="Times New Roman"/>
                <a:ea typeface="Times New Roman"/>
              </a:rPr>
              <a:t>sign</a:t>
            </a:r>
            <a:r>
              <a:rPr lang="en-US" altLang="zh-CN" sz="2400" spc="209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2400" spc="315" dirty="0">
                <a:solidFill>
                  <a:srgbClr val="000000"/>
                </a:solidFill>
                <a:latin typeface="Times New Roman"/>
                <a:ea typeface="Times New Roman"/>
              </a:rPr>
              <a:t>up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400" spc="245" dirty="0">
                <a:solidFill>
                  <a:srgbClr val="000000"/>
                </a:solidFill>
                <a:latin typeface="Times New Roman"/>
                <a:ea typeface="Times New Roman"/>
              </a:rPr>
              <a:t>authentication</a:t>
            </a:r>
            <a:r>
              <a:rPr lang="en-US" altLang="zh-CN" sz="24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4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2400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25" dirty="0">
                <a:solidFill>
                  <a:srgbClr val="000000"/>
                </a:solidFill>
                <a:latin typeface="Times New Roman"/>
                <a:ea typeface="Times New Roman"/>
              </a:rPr>
              <a:t>patients,</a:t>
            </a:r>
            <a:r>
              <a:rPr lang="en-US" altLang="zh-CN" sz="24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45" dirty="0">
                <a:solidFill>
                  <a:srgbClr val="000000"/>
                </a:solidFill>
                <a:latin typeface="Times New Roman"/>
                <a:ea typeface="Times New Roman"/>
              </a:rPr>
              <a:t>doctors,</a:t>
            </a:r>
            <a:r>
              <a:rPr lang="en-US" altLang="zh-CN" sz="2400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95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24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40" dirty="0">
                <a:solidFill>
                  <a:srgbClr val="000000"/>
                </a:solidFill>
                <a:latin typeface="Times New Roman"/>
                <a:ea typeface="Times New Roman"/>
              </a:rPr>
              <a:t>hospitals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49275" y="2030369"/>
            <a:ext cx="8181699" cy="365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400" spc="17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13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b="1" spc="295" dirty="0">
                <a:solidFill>
                  <a:srgbClr val="000000"/>
                </a:solidFill>
                <a:latin typeface="Times New Roman"/>
                <a:ea typeface="Times New Roman"/>
              </a:rPr>
              <a:t>Symptom</a:t>
            </a:r>
            <a:r>
              <a:rPr lang="en-US" altLang="zh-CN" sz="2400" b="1" spc="164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2400" b="1" spc="254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2400" b="1" spc="12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2400" b="1" spc="225" dirty="0">
                <a:solidFill>
                  <a:srgbClr val="000000"/>
                </a:solidFill>
                <a:latin typeface="Times New Roman"/>
                <a:ea typeface="Times New Roman"/>
              </a:rPr>
              <a:t>Disease</a:t>
            </a:r>
            <a:r>
              <a:rPr lang="en-US" altLang="zh-CN" sz="2400" b="1" spc="129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2400" b="1" spc="225" dirty="0">
                <a:solidFill>
                  <a:srgbClr val="000000"/>
                </a:solidFill>
                <a:latin typeface="Times New Roman"/>
                <a:ea typeface="Times New Roman"/>
              </a:rPr>
              <a:t>Prediction</a:t>
            </a:r>
            <a:r>
              <a:rPr lang="en-US" altLang="zh-CN" sz="2400" b="1" spc="12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2400" spc="259" dirty="0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zh-CN" sz="2400" spc="129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2400" spc="200" dirty="0">
                <a:solidFill>
                  <a:srgbClr val="000000"/>
                </a:solidFill>
                <a:latin typeface="Times New Roman"/>
                <a:ea typeface="Times New Roman"/>
              </a:rPr>
              <a:t>Predict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49275" y="2400105"/>
            <a:ext cx="8069988" cy="35896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43217">
              <a:lnSpc>
                <a:spcPct val="100000"/>
              </a:lnSpc>
            </a:pPr>
            <a:r>
              <a:rPr lang="en-US" altLang="zh-CN" sz="2400" spc="229" dirty="0">
                <a:solidFill>
                  <a:srgbClr val="000000"/>
                </a:solidFill>
                <a:latin typeface="Times New Roman"/>
                <a:ea typeface="Times New Roman"/>
              </a:rPr>
              <a:t>possible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34" dirty="0">
                <a:solidFill>
                  <a:srgbClr val="000000"/>
                </a:solidFill>
                <a:latin typeface="Times New Roman"/>
                <a:ea typeface="Times New Roman"/>
              </a:rPr>
              <a:t>diseases</a:t>
            </a:r>
            <a:r>
              <a:rPr lang="en-US" altLang="zh-CN" sz="24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5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40" dirty="0">
                <a:solidFill>
                  <a:srgbClr val="000000"/>
                </a:solidFill>
                <a:latin typeface="Times New Roman"/>
                <a:ea typeface="Times New Roman"/>
              </a:rPr>
              <a:t>entered</a:t>
            </a:r>
            <a:r>
              <a:rPr lang="en-US" altLang="zh-CN" sz="24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90" dirty="0">
                <a:solidFill>
                  <a:srgbClr val="000000"/>
                </a:solidFill>
                <a:latin typeface="Times New Roman"/>
                <a:ea typeface="Times New Roman"/>
              </a:rPr>
              <a:t>symptoms</a:t>
            </a:r>
            <a:r>
              <a:rPr lang="en-US" altLang="zh-CN" sz="2400" spc="17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8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19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154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b="1" spc="229" dirty="0">
                <a:solidFill>
                  <a:srgbClr val="000000"/>
                </a:solidFill>
                <a:latin typeface="Times New Roman"/>
                <a:ea typeface="Times New Roman"/>
              </a:rPr>
              <a:t>Specialist</a:t>
            </a:r>
            <a:r>
              <a:rPr lang="en-US" altLang="zh-CN" sz="2400" b="1" spc="14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b="1" spc="304" dirty="0">
                <a:solidFill>
                  <a:srgbClr val="000000"/>
                </a:solidFill>
                <a:latin typeface="Times New Roman"/>
                <a:ea typeface="Times New Roman"/>
              </a:rPr>
              <a:t>Recommendation</a:t>
            </a:r>
            <a:r>
              <a:rPr lang="en-US" altLang="zh-CN" sz="2400" b="1" spc="14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spc="290" dirty="0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spc="254" dirty="0">
                <a:solidFill>
                  <a:srgbClr val="000000"/>
                </a:solidFill>
                <a:latin typeface="Times New Roman"/>
                <a:ea typeface="Times New Roman"/>
              </a:rPr>
              <a:t>Suggest</a:t>
            </a:r>
            <a:r>
              <a:rPr lang="en-US" altLang="zh-CN" sz="2400" spc="14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spc="229" dirty="0">
                <a:solidFill>
                  <a:srgbClr val="000000"/>
                </a:solidFill>
                <a:latin typeface="Times New Roman"/>
                <a:ea typeface="Times New Roman"/>
              </a:rPr>
              <a:t>relevant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400" spc="234" dirty="0">
                <a:solidFill>
                  <a:srgbClr val="000000"/>
                </a:solidFill>
                <a:latin typeface="Times New Roman"/>
                <a:ea typeface="Times New Roman"/>
              </a:rPr>
              <a:t>doctors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65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24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84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34" dirty="0">
                <a:solidFill>
                  <a:srgbClr val="000000"/>
                </a:solidFill>
                <a:latin typeface="Times New Roman"/>
                <a:ea typeface="Times New Roman"/>
              </a:rPr>
              <a:t>predicted</a:t>
            </a:r>
            <a:r>
              <a:rPr lang="en-US" altLang="zh-CN" sz="24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34" dirty="0">
                <a:solidFill>
                  <a:srgbClr val="000000"/>
                </a:solidFill>
                <a:latin typeface="Times New Roman"/>
                <a:ea typeface="Times New Roman"/>
              </a:rPr>
              <a:t>disease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1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15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12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b="1" spc="220" dirty="0">
                <a:solidFill>
                  <a:srgbClr val="000000"/>
                </a:solidFill>
                <a:latin typeface="Times New Roman"/>
                <a:ea typeface="Times New Roman"/>
              </a:rPr>
              <a:t>Doctor</a:t>
            </a:r>
            <a:r>
              <a:rPr lang="en-US" altLang="zh-CN" sz="2400" b="1" spc="11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b="1" spc="384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2400" b="1" spc="11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b="1" spc="200" dirty="0">
                <a:solidFill>
                  <a:srgbClr val="000000"/>
                </a:solidFill>
                <a:latin typeface="Times New Roman"/>
                <a:ea typeface="Times New Roman"/>
              </a:rPr>
              <a:t>Hospital</a:t>
            </a:r>
            <a:r>
              <a:rPr lang="en-US" altLang="zh-CN" sz="2400" b="1" spc="11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b="1" spc="225" dirty="0">
                <a:solidFill>
                  <a:srgbClr val="000000"/>
                </a:solidFill>
                <a:latin typeface="Times New Roman"/>
                <a:ea typeface="Times New Roman"/>
              </a:rPr>
              <a:t>Search</a:t>
            </a:r>
            <a:r>
              <a:rPr lang="en-US" altLang="zh-CN" sz="2400" b="1" spc="11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spc="240" dirty="0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zh-CN" sz="2400" spc="11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spc="245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2400" spc="11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spc="170" dirty="0">
                <a:solidFill>
                  <a:srgbClr val="000000"/>
                </a:solidFill>
                <a:latin typeface="Times New Roman"/>
                <a:ea typeface="Times New Roman"/>
              </a:rPr>
              <a:t>profiles</a:t>
            </a:r>
            <a:r>
              <a:rPr lang="en-US" altLang="zh-CN" sz="2400" spc="11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400" spc="204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400" spc="195" dirty="0">
                <a:solidFill>
                  <a:srgbClr val="000000"/>
                </a:solidFill>
                <a:latin typeface="Times New Roman"/>
                <a:ea typeface="Times New Roman"/>
              </a:rPr>
              <a:t>details,</a:t>
            </a:r>
            <a:r>
              <a:rPr lang="en-US" altLang="zh-CN" sz="24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09" dirty="0">
                <a:solidFill>
                  <a:srgbClr val="000000"/>
                </a:solidFill>
                <a:latin typeface="Times New Roman"/>
                <a:ea typeface="Times New Roman"/>
              </a:rPr>
              <a:t>ratings,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7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45" dirty="0">
                <a:solidFill>
                  <a:srgbClr val="000000"/>
                </a:solidFill>
                <a:latin typeface="Times New Roman"/>
                <a:ea typeface="Times New Roman"/>
              </a:rPr>
              <a:t>reviews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8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22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17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b="1" spc="334" dirty="0">
                <a:solidFill>
                  <a:srgbClr val="000000"/>
                </a:solidFill>
                <a:latin typeface="Times New Roman"/>
                <a:ea typeface="Times New Roman"/>
              </a:rPr>
              <a:t>Review</a:t>
            </a:r>
            <a:r>
              <a:rPr lang="en-US" altLang="zh-CN" sz="2400" b="1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559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2400" b="1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309" dirty="0">
                <a:solidFill>
                  <a:srgbClr val="000000"/>
                </a:solidFill>
                <a:latin typeface="Times New Roman"/>
                <a:ea typeface="Times New Roman"/>
              </a:rPr>
              <a:t>Rating</a:t>
            </a:r>
            <a:r>
              <a:rPr lang="en-US" altLang="zh-CN" sz="2400" b="1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334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2400" b="1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25" dirty="0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54" dirty="0">
                <a:solidFill>
                  <a:srgbClr val="000000"/>
                </a:solidFill>
                <a:latin typeface="Times New Roman"/>
                <a:ea typeface="Times New Roman"/>
              </a:rPr>
              <a:t>Patients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04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45" dirty="0">
                <a:solidFill>
                  <a:srgbClr val="000000"/>
                </a:solidFill>
                <a:latin typeface="Times New Roman"/>
                <a:ea typeface="Times New Roman"/>
              </a:rPr>
              <a:t>rate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15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400" spc="234" dirty="0">
                <a:solidFill>
                  <a:srgbClr val="000000"/>
                </a:solidFill>
                <a:latin typeface="Times New Roman"/>
                <a:ea typeface="Times New Roman"/>
              </a:rPr>
              <a:t>review</a:t>
            </a:r>
            <a:r>
              <a:rPr lang="en-US" altLang="zh-CN" sz="2400" spc="1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20" dirty="0">
                <a:solidFill>
                  <a:srgbClr val="000000"/>
                </a:solidFill>
                <a:latin typeface="Times New Roman"/>
                <a:ea typeface="Times New Roman"/>
              </a:rPr>
              <a:t>doctors</a:t>
            </a:r>
            <a:r>
              <a:rPr lang="en-US" altLang="zh-CN" sz="2400" spc="1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195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24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15" dirty="0">
                <a:solidFill>
                  <a:srgbClr val="000000"/>
                </a:solidFill>
                <a:latin typeface="Times New Roman"/>
                <a:ea typeface="Times New Roman"/>
              </a:rPr>
              <a:t>consultation</a:t>
            </a:r>
            <a:r>
              <a:rPr lang="en-US" altLang="zh-CN" sz="2400" spc="15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1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20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164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b="1" spc="284" dirty="0">
                <a:solidFill>
                  <a:srgbClr val="000000"/>
                </a:solidFill>
                <a:latin typeface="Times New Roman"/>
                <a:ea typeface="Times New Roman"/>
              </a:rPr>
              <a:t>Schedule</a:t>
            </a:r>
            <a:r>
              <a:rPr lang="en-US" altLang="zh-CN" sz="2400" b="1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334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2400" b="1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15" dirty="0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zh-CN" sz="24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70" dirty="0">
                <a:solidFill>
                  <a:srgbClr val="000000"/>
                </a:solidFill>
                <a:latin typeface="Times New Roman"/>
                <a:ea typeface="Times New Roman"/>
              </a:rPr>
              <a:t>Doctors</a:t>
            </a:r>
            <a:r>
              <a:rPr lang="en-US" altLang="zh-CN" sz="24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2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24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20" dirty="0">
                <a:solidFill>
                  <a:srgbClr val="000000"/>
                </a:solidFill>
                <a:latin typeface="Times New Roman"/>
                <a:ea typeface="Times New Roman"/>
              </a:rPr>
              <a:t>availability;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400" spc="225" dirty="0">
                <a:solidFill>
                  <a:srgbClr val="000000"/>
                </a:solidFill>
                <a:latin typeface="Times New Roman"/>
                <a:ea typeface="Times New Roman"/>
              </a:rPr>
              <a:t>hospitals</a:t>
            </a:r>
            <a:r>
              <a:rPr lang="en-US" altLang="zh-CN" sz="24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30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24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50" dirty="0">
                <a:solidFill>
                  <a:srgbClr val="000000"/>
                </a:solidFill>
                <a:latin typeface="Times New Roman"/>
                <a:ea typeface="Times New Roman"/>
              </a:rPr>
              <a:t>doctor</a:t>
            </a:r>
            <a:r>
              <a:rPr lang="en-US" altLang="zh-CN" sz="24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50" dirty="0">
                <a:solidFill>
                  <a:srgbClr val="000000"/>
                </a:solidFill>
                <a:latin typeface="Times New Roman"/>
                <a:ea typeface="Times New Roman"/>
              </a:rPr>
              <a:t>schedules</a:t>
            </a:r>
            <a:r>
              <a:rPr lang="en-US" altLang="zh-CN" sz="2400" spc="14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159510" y="6463303"/>
            <a:ext cx="7706683" cy="18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416"/>
              </a:lnSpc>
              <a:tabLst>
                <a:tab pos="6495415" algn="l"/>
              </a:tabLst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0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	Slides: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11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75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35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99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reeform 100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1"/>
          <p:cNvSpPr txBox="1"/>
          <p:nvPr/>
        </p:nvSpPr>
        <p:spPr>
          <a:xfrm>
            <a:off x="473075" y="537786"/>
            <a:ext cx="5643914" cy="19104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09" dirty="0">
                <a:solidFill>
                  <a:srgbClr val="BF4F4C"/>
                </a:solidFill>
                <a:latin typeface="Times New Roman"/>
                <a:ea typeface="Times New Roman"/>
              </a:rPr>
              <a:t>FUNCTIONALI</a:t>
            </a:r>
            <a:r>
              <a:rPr lang="en-US" altLang="zh-CN" sz="3000" spc="104" dirty="0">
                <a:solidFill>
                  <a:srgbClr val="BF4F4C"/>
                </a:solidFill>
                <a:latin typeface="Times New Roman"/>
                <a:ea typeface="Times New Roman"/>
              </a:rPr>
              <a:t>TIES</a:t>
            </a:r>
          </a:p>
          <a:p>
            <a:pPr>
              <a:lnSpc>
                <a:spcPts val="1300"/>
              </a:lnSpc>
            </a:pPr>
            <a:endParaRPr lang="en-US" dirty="0" smtClean="0"/>
          </a:p>
          <a:p>
            <a:pPr marL="0" indent="76200">
              <a:lnSpc>
                <a:spcPct val="100000"/>
              </a:lnSpc>
              <a:tabLst>
                <a:tab pos="3755009" algn="l"/>
              </a:tabLst>
            </a:pPr>
            <a:r>
              <a:rPr lang="en-US" altLang="zh-CN" sz="2750" spc="25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750" spc="2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750" b="1" spc="365" dirty="0">
                <a:solidFill>
                  <a:srgbClr val="000000"/>
                </a:solidFill>
                <a:latin typeface="Times New Roman"/>
                <a:ea typeface="Times New Roman"/>
              </a:rPr>
              <a:t>Appointment	</a:t>
            </a:r>
            <a:r>
              <a:rPr lang="en-US" altLang="zh-CN" sz="2750" b="1" spc="290" dirty="0">
                <a:solidFill>
                  <a:srgbClr val="000000"/>
                </a:solidFill>
                <a:latin typeface="Times New Roman"/>
                <a:ea typeface="Times New Roman"/>
              </a:rPr>
              <a:t>Booking</a:t>
            </a:r>
          </a:p>
          <a:p>
            <a:pPr marL="419417" hangingPunct="0">
              <a:lnSpc>
                <a:spcPct val="95833"/>
              </a:lnSpc>
            </a:pPr>
            <a:r>
              <a:rPr lang="en-US" altLang="zh-CN" sz="2750" spc="304" dirty="0">
                <a:solidFill>
                  <a:srgbClr val="000000"/>
                </a:solidFill>
                <a:latin typeface="Times New Roman"/>
                <a:ea typeface="Times New Roman"/>
              </a:rPr>
              <a:t>consultations</a:t>
            </a:r>
            <a:r>
              <a:rPr lang="en-US" altLang="zh-CN" sz="2750" spc="18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2750" spc="334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2750" spc="189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2750" spc="320" dirty="0">
                <a:solidFill>
                  <a:srgbClr val="000000"/>
                </a:solidFill>
                <a:latin typeface="Times New Roman"/>
                <a:ea typeface="Times New Roman"/>
              </a:rPr>
              <a:t>doctors</a:t>
            </a:r>
            <a:r>
              <a:rPr lang="en-US" altLang="zh-CN" sz="27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40" dirty="0">
                <a:solidFill>
                  <a:srgbClr val="000000"/>
                </a:solidFill>
                <a:latin typeface="Times New Roman"/>
                <a:ea typeface="Times New Roman"/>
              </a:rPr>
              <a:t>token</a:t>
            </a:r>
            <a:r>
              <a:rPr lang="en-US" altLang="zh-CN" sz="2750" spc="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79" dirty="0">
                <a:solidFill>
                  <a:srgbClr val="000000"/>
                </a:solidFill>
                <a:latin typeface="Times New Roman"/>
                <a:ea typeface="Times New Roman"/>
              </a:rPr>
              <a:t>numbers</a:t>
            </a:r>
            <a:r>
              <a:rPr lang="en-US" altLang="zh-CN" sz="3200" spc="24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385940" y="1174853"/>
            <a:ext cx="669433" cy="838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54635">
              <a:lnSpc>
                <a:spcPct val="100000"/>
              </a:lnSpc>
            </a:pPr>
            <a:r>
              <a:rPr lang="en-US" altLang="zh-CN" sz="2750" spc="5" dirty="0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</a:p>
          <a:p>
            <a:pPr marL="0">
              <a:lnSpc>
                <a:spcPct val="100000"/>
              </a:lnSpc>
            </a:pPr>
            <a:r>
              <a:rPr lang="en-US" altLang="zh-CN" sz="2750" spc="395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417434" y="1174853"/>
            <a:ext cx="1196871" cy="838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03530">
              <a:lnSpc>
                <a:spcPct val="100000"/>
              </a:lnSpc>
            </a:pPr>
            <a:r>
              <a:rPr lang="en-US" altLang="zh-CN" sz="2750" spc="234" dirty="0">
                <a:solidFill>
                  <a:srgbClr val="000000"/>
                </a:solidFill>
                <a:latin typeface="Times New Roman"/>
                <a:ea typeface="Times New Roman"/>
              </a:rPr>
              <a:t>Bo</a:t>
            </a:r>
            <a:r>
              <a:rPr lang="en-US" altLang="zh-CN" sz="2750" spc="229" dirty="0">
                <a:solidFill>
                  <a:srgbClr val="000000"/>
                </a:solidFill>
                <a:latin typeface="Times New Roman"/>
                <a:ea typeface="Times New Roman"/>
              </a:rPr>
              <a:t>ok</a:t>
            </a:r>
          </a:p>
          <a:p>
            <a:pPr marL="0">
              <a:lnSpc>
                <a:spcPct val="100000"/>
              </a:lnSpc>
            </a:pPr>
            <a:r>
              <a:rPr lang="en-US" altLang="zh-CN" sz="2750" spc="200" dirty="0">
                <a:solidFill>
                  <a:srgbClr val="000000"/>
                </a:solidFill>
                <a:latin typeface="Times New Roman"/>
                <a:ea typeface="Times New Roman"/>
              </a:rPr>
              <a:t>rec</a:t>
            </a:r>
            <a:r>
              <a:rPr lang="en-US" altLang="zh-CN" sz="2750" spc="195" dirty="0">
                <a:solidFill>
                  <a:srgbClr val="000000"/>
                </a:solidFill>
                <a:latin typeface="Times New Roman"/>
                <a:ea typeface="Times New Roman"/>
              </a:rPr>
              <a:t>eive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49275" y="2458447"/>
            <a:ext cx="8149529" cy="20835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3129915" algn="l"/>
                <a:tab pos="6017006" algn="l"/>
                <a:tab pos="6710933" algn="l"/>
              </a:tabLst>
            </a:pPr>
            <a:r>
              <a:rPr lang="en-US" altLang="zh-CN" sz="2750" spc="25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750" spc="2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750" b="1" spc="320" dirty="0">
                <a:solidFill>
                  <a:srgbClr val="000000"/>
                </a:solidFill>
                <a:latin typeface="Times New Roman"/>
                <a:ea typeface="Times New Roman"/>
              </a:rPr>
              <a:t>Prescription	</a:t>
            </a:r>
            <a:r>
              <a:rPr lang="en-US" altLang="zh-CN" sz="2750" b="1" spc="325" dirty="0">
                <a:solidFill>
                  <a:srgbClr val="000000"/>
                </a:solidFill>
                <a:latin typeface="Times New Roman"/>
                <a:ea typeface="Times New Roman"/>
              </a:rPr>
              <a:t>Management	</a:t>
            </a:r>
            <a:r>
              <a:rPr lang="en-US" altLang="zh-CN" sz="2750" spc="15" dirty="0">
                <a:solidFill>
                  <a:srgbClr val="000000"/>
                </a:solidFill>
                <a:latin typeface="Times New Roman"/>
                <a:ea typeface="Times New Roman"/>
              </a:rPr>
              <a:t>–	</a:t>
            </a:r>
            <a:r>
              <a:rPr lang="en-US" altLang="zh-CN" sz="2750" spc="259" dirty="0">
                <a:solidFill>
                  <a:srgbClr val="000000"/>
                </a:solidFill>
                <a:latin typeface="Times New Roman"/>
                <a:ea typeface="Times New Roman"/>
              </a:rPr>
              <a:t>Doctors</a:t>
            </a:r>
          </a:p>
          <a:p>
            <a:pPr marL="343217" hangingPunct="0">
              <a:lnSpc>
                <a:spcPct val="95416"/>
              </a:lnSpc>
            </a:pPr>
            <a:r>
              <a:rPr lang="en-US" altLang="zh-CN" sz="2750" spc="3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2750" spc="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54" dirty="0">
                <a:solidFill>
                  <a:srgbClr val="000000"/>
                </a:solidFill>
                <a:latin typeface="Times New Roman"/>
                <a:ea typeface="Times New Roman"/>
              </a:rPr>
              <a:t>digital</a:t>
            </a:r>
            <a:r>
              <a:rPr lang="en-US" altLang="zh-CN" sz="2750" spc="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75" dirty="0">
                <a:solidFill>
                  <a:srgbClr val="000000"/>
                </a:solidFill>
                <a:latin typeface="Times New Roman"/>
                <a:ea typeface="Times New Roman"/>
              </a:rPr>
              <a:t>prescriptions</a:t>
            </a:r>
            <a:r>
              <a:rPr lang="en-US" altLang="zh-CN" sz="2750" spc="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09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2750" spc="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09" dirty="0">
                <a:solidFill>
                  <a:srgbClr val="000000"/>
                </a:solidFill>
                <a:latin typeface="Times New Roman"/>
                <a:ea typeface="Times New Roman"/>
              </a:rPr>
              <a:t>medicines</a:t>
            </a:r>
            <a:r>
              <a:rPr lang="en-US" altLang="zh-CN" sz="27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84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2750" spc="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09" dirty="0">
                <a:solidFill>
                  <a:srgbClr val="000000"/>
                </a:solidFill>
                <a:latin typeface="Times New Roman"/>
                <a:ea typeface="Times New Roman"/>
              </a:rPr>
              <a:t>instructions</a:t>
            </a:r>
            <a:r>
              <a:rPr lang="en-US" altLang="zh-CN" sz="2750" spc="25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 marL="0">
              <a:lnSpc>
                <a:spcPct val="100000"/>
              </a:lnSpc>
              <a:spcBef>
                <a:spcPts val="204"/>
              </a:spcBef>
            </a:pPr>
            <a:r>
              <a:rPr lang="en-US" altLang="zh-CN" sz="2750" spc="26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750" spc="20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750" b="1" spc="384" dirty="0">
                <a:solidFill>
                  <a:srgbClr val="000000"/>
                </a:solidFill>
                <a:latin typeface="Times New Roman"/>
                <a:ea typeface="Times New Roman"/>
              </a:rPr>
              <a:t>Leave</a:t>
            </a:r>
            <a:r>
              <a:rPr lang="en-US" altLang="zh-CN" sz="2750" b="1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b="1" spc="43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2750" b="1" spc="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79" dirty="0">
                <a:solidFill>
                  <a:srgbClr val="000000"/>
                </a:solidFill>
                <a:latin typeface="Times New Roman"/>
                <a:ea typeface="Times New Roman"/>
              </a:rPr>
              <a:t>–</a:t>
            </a:r>
            <a:r>
              <a:rPr lang="en-US" altLang="zh-CN" sz="2750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40" dirty="0">
                <a:solidFill>
                  <a:srgbClr val="000000"/>
                </a:solidFill>
                <a:latin typeface="Times New Roman"/>
                <a:ea typeface="Times New Roman"/>
              </a:rPr>
              <a:t>Doctors</a:t>
            </a:r>
            <a:r>
              <a:rPr lang="en-US" altLang="zh-CN" sz="2750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15" dirty="0">
                <a:solidFill>
                  <a:srgbClr val="000000"/>
                </a:solidFill>
                <a:latin typeface="Times New Roman"/>
                <a:ea typeface="Times New Roman"/>
              </a:rPr>
              <a:t>request</a:t>
            </a:r>
            <a:r>
              <a:rPr lang="en-US" altLang="zh-CN" sz="2750" spc="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75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750" spc="35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275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90" dirty="0">
                <a:solidFill>
                  <a:srgbClr val="000000"/>
                </a:solidFill>
                <a:latin typeface="Times New Roman"/>
                <a:ea typeface="Times New Roman"/>
              </a:rPr>
              <a:t>leave</a:t>
            </a:r>
            <a:r>
              <a:rPr lang="en-US" altLang="zh-CN" sz="275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79" dirty="0">
                <a:solidFill>
                  <a:srgbClr val="000000"/>
                </a:solidFill>
                <a:latin typeface="Times New Roman"/>
                <a:ea typeface="Times New Roman"/>
              </a:rPr>
              <a:t>dates</a:t>
            </a:r>
            <a:r>
              <a:rPr lang="en-US" altLang="zh-CN" sz="2750" spc="18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49275" y="4563084"/>
            <a:ext cx="8179660" cy="419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2043176" algn="l"/>
                <a:tab pos="4475860" algn="l"/>
                <a:tab pos="5144515" algn="l"/>
                <a:tab pos="6987540" algn="l"/>
              </a:tabLst>
            </a:pPr>
            <a:r>
              <a:rPr lang="en-US" altLang="zh-CN" sz="2750" spc="23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750" spc="2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750" b="1" spc="395" dirty="0">
                <a:solidFill>
                  <a:srgbClr val="000000"/>
                </a:solidFill>
                <a:latin typeface="Times New Roman"/>
                <a:ea typeface="Times New Roman"/>
              </a:rPr>
              <a:t>Admin	</a:t>
            </a:r>
            <a:r>
              <a:rPr lang="en-US" altLang="zh-CN" sz="2750" b="1" spc="250" dirty="0">
                <a:solidFill>
                  <a:srgbClr val="000000"/>
                </a:solidFill>
                <a:latin typeface="Times New Roman"/>
                <a:ea typeface="Times New Roman"/>
              </a:rPr>
              <a:t>Dashboard	</a:t>
            </a:r>
            <a:r>
              <a:rPr lang="en-US" altLang="zh-CN" sz="2750" spc="10" dirty="0">
                <a:solidFill>
                  <a:srgbClr val="000000"/>
                </a:solidFill>
                <a:latin typeface="Times New Roman"/>
                <a:ea typeface="Times New Roman"/>
              </a:rPr>
              <a:t>–	</a:t>
            </a:r>
            <a:r>
              <a:rPr lang="en-US" altLang="zh-CN" sz="2750" spc="300" dirty="0">
                <a:solidFill>
                  <a:srgbClr val="000000"/>
                </a:solidFill>
                <a:latin typeface="Times New Roman"/>
                <a:ea typeface="Times New Roman"/>
              </a:rPr>
              <a:t>Manage	</a:t>
            </a:r>
            <a:r>
              <a:rPr lang="en-US" altLang="zh-CN" sz="2750" spc="329" dirty="0">
                <a:solidFill>
                  <a:srgbClr val="000000"/>
                </a:solidFill>
                <a:latin typeface="Times New Roman"/>
                <a:ea typeface="Times New Roman"/>
              </a:rPr>
              <a:t>users,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92492" y="4982184"/>
            <a:ext cx="7810874" cy="8032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416"/>
              </a:lnSpc>
            </a:pPr>
            <a:r>
              <a:rPr lang="en-US" altLang="zh-CN" sz="2750" spc="295" dirty="0">
                <a:solidFill>
                  <a:srgbClr val="000000"/>
                </a:solidFill>
                <a:latin typeface="Times New Roman"/>
                <a:ea typeface="Times New Roman"/>
              </a:rPr>
              <a:t>hospitals,</a:t>
            </a:r>
            <a:r>
              <a:rPr lang="en-US" altLang="zh-CN" sz="2750" spc="19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750" spc="315" dirty="0">
                <a:solidFill>
                  <a:srgbClr val="000000"/>
                </a:solidFill>
                <a:latin typeface="Times New Roman"/>
                <a:ea typeface="Times New Roman"/>
              </a:rPr>
              <a:t>doctors,</a:t>
            </a:r>
            <a:r>
              <a:rPr lang="en-US" altLang="zh-CN" sz="2750" spc="2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750" spc="334" dirty="0">
                <a:solidFill>
                  <a:srgbClr val="000000"/>
                </a:solidFill>
                <a:latin typeface="Times New Roman"/>
                <a:ea typeface="Times New Roman"/>
              </a:rPr>
              <a:t>departments,</a:t>
            </a:r>
            <a:r>
              <a:rPr lang="en-US" altLang="zh-CN" sz="2750" spc="19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750" spc="309" dirty="0">
                <a:solidFill>
                  <a:srgbClr val="000000"/>
                </a:solidFill>
                <a:latin typeface="Times New Roman"/>
                <a:ea typeface="Times New Roman"/>
              </a:rPr>
              <a:t>diseases,</a:t>
            </a:r>
            <a:r>
              <a:rPr lang="en-US" altLang="zh-CN" sz="27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2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2750" spc="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04" dirty="0">
                <a:solidFill>
                  <a:srgbClr val="000000"/>
                </a:solidFill>
                <a:latin typeface="Times New Roman"/>
                <a:ea typeface="Times New Roman"/>
              </a:rPr>
              <a:t>feedback</a:t>
            </a:r>
            <a:r>
              <a:rPr lang="en-US" altLang="zh-CN" sz="2750" spc="17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159510" y="6463303"/>
            <a:ext cx="7706683" cy="18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416"/>
              </a:lnSpc>
              <a:tabLst>
                <a:tab pos="6495415" algn="l"/>
              </a:tabLst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0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	Slides: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12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75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35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109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 110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1"/>
          <p:cNvSpPr txBox="1"/>
          <p:nvPr/>
        </p:nvSpPr>
        <p:spPr>
          <a:xfrm>
            <a:off x="549275" y="503496"/>
            <a:ext cx="4601378" cy="1157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85" dirty="0">
                <a:solidFill>
                  <a:srgbClr val="BF4F4C"/>
                </a:solidFill>
                <a:latin typeface="Times New Roman"/>
                <a:ea typeface="Times New Roman"/>
              </a:rPr>
              <a:t>MODULE</a:t>
            </a:r>
            <a:r>
              <a:rPr lang="en-US" altLang="zh-CN" sz="3000" spc="275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50" dirty="0">
                <a:solidFill>
                  <a:srgbClr val="BF4F4C"/>
                </a:solidFill>
                <a:latin typeface="Times New Roman"/>
                <a:ea typeface="Times New Roman"/>
              </a:rPr>
              <a:t>DESCRIPTION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1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750" spc="284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2750" spc="14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zh-CN" sz="2750" spc="315" dirty="0">
                <a:solidFill>
                  <a:srgbClr val="000000"/>
                </a:solidFill>
                <a:latin typeface="Times New Roman"/>
                <a:ea typeface="Times New Roman"/>
              </a:rPr>
              <a:t>Admin</a:t>
            </a:r>
            <a:r>
              <a:rPr lang="en-US" altLang="zh-CN" sz="2750" spc="2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90" dirty="0">
                <a:solidFill>
                  <a:srgbClr val="000000"/>
                </a:solidFill>
                <a:latin typeface="Times New Roman"/>
                <a:ea typeface="Times New Roman"/>
              </a:rPr>
              <a:t>module</a:t>
            </a:r>
            <a:r>
              <a:rPr lang="en-US" altLang="zh-CN" sz="2750" spc="16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549275" y="1706533"/>
            <a:ext cx="7122347" cy="2743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spc="15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12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spc="185" dirty="0">
                <a:solidFill>
                  <a:srgbClr val="000000"/>
                </a:solidFill>
                <a:latin typeface="Times New Roman"/>
                <a:ea typeface="Times New Roman"/>
              </a:rPr>
              <a:t>Dataset</a:t>
            </a:r>
            <a:r>
              <a:rPr lang="en-US" altLang="zh-CN" sz="18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225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8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4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8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225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8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75" dirty="0">
                <a:solidFill>
                  <a:srgbClr val="000000"/>
                </a:solidFill>
                <a:latin typeface="Times New Roman"/>
                <a:ea typeface="Times New Roman"/>
              </a:rPr>
              <a:t>disease</a:t>
            </a:r>
            <a:r>
              <a:rPr lang="en-US" altLang="zh-CN" sz="18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75" dirty="0">
                <a:solidFill>
                  <a:srgbClr val="000000"/>
                </a:solidFill>
                <a:latin typeface="Times New Roman"/>
                <a:ea typeface="Times New Roman"/>
              </a:rPr>
              <a:t>prediction</a:t>
            </a:r>
            <a:r>
              <a:rPr lang="en-US" altLang="zh-CN" sz="18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75" dirty="0">
                <a:solidFill>
                  <a:srgbClr val="000000"/>
                </a:solidFill>
                <a:latin typeface="Times New Roman"/>
                <a:ea typeface="Times New Roman"/>
              </a:rPr>
              <a:t>datasets</a:t>
            </a:r>
            <a:r>
              <a:rPr lang="en-US" altLang="zh-CN" sz="1800" spc="12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49275" y="2038363"/>
            <a:ext cx="207143" cy="2743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spc="-1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92492" y="2040685"/>
            <a:ext cx="7783369" cy="553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0416"/>
              </a:lnSpc>
            </a:pPr>
            <a:r>
              <a:rPr lang="en-US" altLang="zh-CN" sz="1800" spc="215" dirty="0">
                <a:solidFill>
                  <a:srgbClr val="000000"/>
                </a:solidFill>
                <a:latin typeface="Times New Roman"/>
                <a:ea typeface="Times New Roman"/>
              </a:rPr>
              <a:t>Request</a:t>
            </a:r>
            <a:r>
              <a:rPr lang="en-US" altLang="zh-CN" sz="1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245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800" spc="13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25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8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379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24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8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95" dirty="0">
                <a:solidFill>
                  <a:srgbClr val="000000"/>
                </a:solidFill>
                <a:latin typeface="Times New Roman"/>
                <a:ea typeface="Times New Roman"/>
              </a:rPr>
              <a:t>disease</a:t>
            </a:r>
            <a:r>
              <a:rPr lang="en-US" altLang="zh-CN" sz="1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89" dirty="0">
                <a:solidFill>
                  <a:srgbClr val="000000"/>
                </a:solidFill>
                <a:latin typeface="Times New Roman"/>
                <a:ea typeface="Times New Roman"/>
              </a:rPr>
              <a:t>prediction</a:t>
            </a:r>
            <a:r>
              <a:rPr lang="en-US" altLang="zh-CN" sz="18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89" dirty="0">
                <a:solidFill>
                  <a:srgbClr val="000000"/>
                </a:solidFill>
                <a:latin typeface="Times New Roman"/>
                <a:ea typeface="Times New Roman"/>
              </a:rPr>
              <a:t>requests</a:t>
            </a:r>
            <a:r>
              <a:rPr lang="en-US" altLang="zh-CN" sz="1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209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8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75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1800" spc="12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549275" y="2641253"/>
            <a:ext cx="8176991" cy="2743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408176" algn="l"/>
                <a:tab pos="3169284" algn="l"/>
                <a:tab pos="3560445" algn="l"/>
                <a:tab pos="4363084" algn="l"/>
                <a:tab pos="5779515" algn="l"/>
                <a:tab pos="7178040" algn="l"/>
              </a:tabLst>
            </a:pPr>
            <a:r>
              <a:rPr lang="en-US" altLang="zh-CN" sz="1800" spc="12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10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spc="170" dirty="0">
                <a:solidFill>
                  <a:srgbClr val="000000"/>
                </a:solidFill>
                <a:latin typeface="Times New Roman"/>
                <a:ea typeface="Times New Roman"/>
              </a:rPr>
              <a:t>Doctor	</a:t>
            </a:r>
            <a:r>
              <a:rPr lang="en-US" altLang="zh-CN" sz="1800" spc="195" dirty="0">
                <a:solidFill>
                  <a:srgbClr val="000000"/>
                </a:solidFill>
                <a:latin typeface="Times New Roman"/>
                <a:ea typeface="Times New Roman"/>
              </a:rPr>
              <a:t>Management	</a:t>
            </a:r>
            <a:r>
              <a:rPr lang="en-US" altLang="zh-CN" sz="1800" spc="75" dirty="0">
                <a:solidFill>
                  <a:srgbClr val="000000"/>
                </a:solidFill>
                <a:latin typeface="Times New Roman"/>
                <a:ea typeface="Times New Roman"/>
              </a:rPr>
              <a:t>:	view	</a:t>
            </a:r>
            <a:r>
              <a:rPr lang="en-US" altLang="zh-CN" sz="1800" spc="150" dirty="0">
                <a:solidFill>
                  <a:srgbClr val="000000"/>
                </a:solidFill>
                <a:latin typeface="Times New Roman"/>
                <a:ea typeface="Times New Roman"/>
              </a:rPr>
              <a:t>registered	</a:t>
            </a:r>
            <a:r>
              <a:rPr lang="en-US" altLang="zh-CN" sz="1800" spc="145" dirty="0">
                <a:solidFill>
                  <a:srgbClr val="000000"/>
                </a:solidFill>
                <a:latin typeface="Times New Roman"/>
                <a:ea typeface="Times New Roman"/>
              </a:rPr>
              <a:t>doctors,&amp;	</a:t>
            </a:r>
            <a:r>
              <a:rPr lang="en-US" altLang="zh-CN" sz="1800" spc="20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92492" y="2919017"/>
            <a:ext cx="2195955" cy="2743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spc="195" dirty="0">
                <a:solidFill>
                  <a:srgbClr val="000000"/>
                </a:solidFill>
                <a:latin typeface="Times New Roman"/>
                <a:ea typeface="Times New Roman"/>
              </a:rPr>
              <a:t>recommendations</a:t>
            </a:r>
            <a:r>
              <a:rPr lang="en-US" altLang="zh-CN" sz="1800" spc="10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49275" y="3251869"/>
            <a:ext cx="7473503" cy="2743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spc="12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1800" spc="9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1800" spc="150" dirty="0">
                <a:solidFill>
                  <a:srgbClr val="000000"/>
                </a:solidFill>
                <a:latin typeface="Times New Roman"/>
                <a:ea typeface="Times New Roman"/>
              </a:rPr>
              <a:t>Hospital</a:t>
            </a:r>
            <a:r>
              <a:rPr lang="en-US" altLang="zh-CN" sz="18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85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8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0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8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50" dirty="0">
                <a:solidFill>
                  <a:srgbClr val="000000"/>
                </a:solidFill>
                <a:latin typeface="Times New Roman"/>
                <a:ea typeface="Times New Roman"/>
              </a:rPr>
              <a:t>Verify</a:t>
            </a:r>
            <a:r>
              <a:rPr lang="en-US" altLang="zh-CN" sz="18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45" dirty="0">
                <a:solidFill>
                  <a:srgbClr val="000000"/>
                </a:solidFill>
                <a:latin typeface="Times New Roman"/>
                <a:ea typeface="Times New Roman"/>
              </a:rPr>
              <a:t>hospitals,view</a:t>
            </a:r>
            <a:r>
              <a:rPr lang="en-US" altLang="zh-CN" sz="18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39" dirty="0">
                <a:solidFill>
                  <a:srgbClr val="000000"/>
                </a:solidFill>
                <a:latin typeface="Times New Roman"/>
                <a:ea typeface="Times New Roman"/>
              </a:rPr>
              <a:t>verified</a:t>
            </a:r>
            <a:r>
              <a:rPr lang="en-US" altLang="zh-CN" sz="18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39" dirty="0">
                <a:solidFill>
                  <a:srgbClr val="000000"/>
                </a:solidFill>
                <a:latin typeface="Times New Roman"/>
                <a:ea typeface="Times New Roman"/>
              </a:rPr>
              <a:t>hospitals</a:t>
            </a:r>
            <a:r>
              <a:rPr lang="en-US" altLang="zh-CN" sz="1800" spc="10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549275" y="3616490"/>
            <a:ext cx="5313964" cy="30239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spc="154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800" spc="8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zh-CN" sz="1800" spc="145" dirty="0">
                <a:solidFill>
                  <a:srgbClr val="000000"/>
                </a:solidFill>
                <a:latin typeface="Times New Roman"/>
                <a:ea typeface="Times New Roman"/>
              </a:rPr>
              <a:t>Doctor</a:t>
            </a:r>
            <a:r>
              <a:rPr lang="en-US" altLang="zh-CN" sz="18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spc="164" dirty="0">
                <a:solidFill>
                  <a:srgbClr val="000000"/>
                </a:solidFill>
                <a:latin typeface="Times New Roman"/>
                <a:ea typeface="Times New Roman"/>
              </a:rPr>
              <a:t>Module</a:t>
            </a:r>
            <a:r>
              <a:rPr lang="en-US" altLang="zh-CN" sz="2750" spc="129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46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9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7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2000" spc="15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20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34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20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04" dirty="0">
                <a:solidFill>
                  <a:srgbClr val="000000"/>
                </a:solidFill>
                <a:latin typeface="Times New Roman"/>
                <a:ea typeface="Times New Roman"/>
              </a:rPr>
              <a:t>edit</a:t>
            </a:r>
            <a:r>
              <a:rPr lang="en-US" altLang="zh-CN" sz="2000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04" dirty="0">
                <a:solidFill>
                  <a:srgbClr val="000000"/>
                </a:solidFill>
                <a:latin typeface="Times New Roman"/>
                <a:ea typeface="Times New Roman"/>
              </a:rPr>
              <a:t>profile</a:t>
            </a:r>
            <a:r>
              <a:rPr lang="en-US" altLang="zh-CN" sz="2000" spc="10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2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16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2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000" spc="245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0" dirty="0">
                <a:solidFill>
                  <a:srgbClr val="000000"/>
                </a:solidFill>
                <a:latin typeface="Times New Roman"/>
                <a:ea typeface="Times New Roman"/>
              </a:rPr>
              <a:t>their</a:t>
            </a:r>
            <a:r>
              <a:rPr lang="en-US" altLang="zh-CN" sz="20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00" dirty="0">
                <a:solidFill>
                  <a:srgbClr val="000000"/>
                </a:solidFill>
                <a:latin typeface="Times New Roman"/>
                <a:ea typeface="Times New Roman"/>
              </a:rPr>
              <a:t>schedule</a:t>
            </a:r>
            <a:r>
              <a:rPr lang="en-US" altLang="zh-CN" sz="2000" spc="129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45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129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0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2000" spc="2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20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54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20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5" dirty="0">
                <a:solidFill>
                  <a:srgbClr val="000000"/>
                </a:solidFill>
                <a:latin typeface="Times New Roman"/>
                <a:ea typeface="Times New Roman"/>
              </a:rPr>
              <a:t>bookings</a:t>
            </a:r>
            <a:r>
              <a:rPr lang="en-US" altLang="zh-CN" sz="2000" spc="9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45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15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2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000" spc="195" dirty="0">
                <a:solidFill>
                  <a:srgbClr val="000000"/>
                </a:solidFill>
                <a:latin typeface="Times New Roman"/>
                <a:ea typeface="Times New Roman"/>
              </a:rPr>
              <a:t>Add,delete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354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20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64" dirty="0">
                <a:solidFill>
                  <a:srgbClr val="000000"/>
                </a:solidFill>
                <a:latin typeface="Times New Roman"/>
                <a:ea typeface="Times New Roman"/>
              </a:rPr>
              <a:t>edit</a:t>
            </a:r>
            <a:r>
              <a:rPr lang="en-US" altLang="zh-CN" sz="20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9" dirty="0">
                <a:solidFill>
                  <a:srgbClr val="000000"/>
                </a:solidFill>
                <a:latin typeface="Times New Roman"/>
                <a:ea typeface="Times New Roman"/>
              </a:rPr>
              <a:t>prescription</a:t>
            </a:r>
            <a:r>
              <a:rPr lang="en-US" altLang="zh-CN" sz="20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5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20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9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2000" spc="13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3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13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0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2000" spc="209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20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39" dirty="0">
                <a:solidFill>
                  <a:srgbClr val="000000"/>
                </a:solidFill>
                <a:latin typeface="Times New Roman"/>
                <a:ea typeface="Times New Roman"/>
              </a:rPr>
              <a:t>their</a:t>
            </a:r>
            <a:r>
              <a:rPr lang="en-US" altLang="zh-CN" sz="20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50" dirty="0">
                <a:solidFill>
                  <a:srgbClr val="000000"/>
                </a:solidFill>
                <a:latin typeface="Times New Roman"/>
                <a:ea typeface="Times New Roman"/>
              </a:rPr>
              <a:t>ratings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635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13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123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5"/>
          <p:cNvSpPr txBox="1"/>
          <p:nvPr/>
        </p:nvSpPr>
        <p:spPr>
          <a:xfrm>
            <a:off x="549275" y="503496"/>
            <a:ext cx="8071470" cy="39628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85" dirty="0">
                <a:solidFill>
                  <a:srgbClr val="BF4F4C"/>
                </a:solidFill>
                <a:latin typeface="Times New Roman"/>
                <a:ea typeface="Times New Roman"/>
              </a:rPr>
              <a:t>MODULE</a:t>
            </a:r>
            <a:r>
              <a:rPr lang="en-US" altLang="zh-CN" sz="3000" spc="275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50" dirty="0">
                <a:solidFill>
                  <a:srgbClr val="BF4F4C"/>
                </a:solidFill>
                <a:latin typeface="Times New Roman"/>
                <a:ea typeface="Times New Roman"/>
              </a:rPr>
              <a:t>DESCRIPTION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6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200" spc="32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2750" spc="139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zh-CN" sz="2750" spc="259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2750" spc="2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90" dirty="0">
                <a:solidFill>
                  <a:srgbClr val="000000"/>
                </a:solidFill>
                <a:latin typeface="Times New Roman"/>
                <a:ea typeface="Times New Roman"/>
              </a:rPr>
              <a:t>Module</a:t>
            </a:r>
          </a:p>
          <a:p>
            <a:pPr>
              <a:lnSpc>
                <a:spcPts val="41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16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25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2000" spc="185" dirty="0">
                <a:solidFill>
                  <a:srgbClr val="000000"/>
                </a:solidFill>
                <a:latin typeface="Times New Roman"/>
                <a:ea typeface="Times New Roman"/>
              </a:rPr>
              <a:t>Registration</a:t>
            </a:r>
            <a:r>
              <a:rPr lang="en-US" altLang="zh-CN" sz="20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384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5" dirty="0">
                <a:solidFill>
                  <a:srgbClr val="000000"/>
                </a:solidFill>
                <a:latin typeface="Times New Roman"/>
                <a:ea typeface="Times New Roman"/>
              </a:rPr>
              <a:t>Profile</a:t>
            </a:r>
            <a:r>
              <a:rPr lang="en-US" altLang="zh-CN" sz="20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4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20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6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0" dirty="0">
                <a:solidFill>
                  <a:srgbClr val="000000"/>
                </a:solidFill>
                <a:latin typeface="Times New Roman"/>
                <a:ea typeface="Times New Roman"/>
              </a:rPr>
              <a:t>register</a:t>
            </a:r>
            <a:r>
              <a:rPr lang="en-US" altLang="zh-CN" sz="20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379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20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34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20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0" dirty="0">
                <a:solidFill>
                  <a:srgbClr val="000000"/>
                </a:solidFill>
                <a:latin typeface="Times New Roman"/>
                <a:ea typeface="Times New Roman"/>
              </a:rPr>
              <a:t>their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000" spc="135" dirty="0">
                <a:solidFill>
                  <a:srgbClr val="000000"/>
                </a:solidFill>
                <a:latin typeface="Times New Roman"/>
                <a:ea typeface="Times New Roman"/>
              </a:rPr>
              <a:t>profiles</a:t>
            </a:r>
            <a:r>
              <a:rPr lang="en-US" altLang="zh-CN" sz="2000" spc="10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44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189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54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000" spc="245" dirty="0">
                <a:solidFill>
                  <a:srgbClr val="000000"/>
                </a:solidFill>
                <a:latin typeface="Times New Roman"/>
                <a:ea typeface="Times New Roman"/>
              </a:rPr>
              <a:t>Disease</a:t>
            </a:r>
            <a:r>
              <a:rPr lang="en-US" altLang="zh-CN" sz="2000" spc="139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000" spc="225" dirty="0">
                <a:solidFill>
                  <a:srgbClr val="000000"/>
                </a:solidFill>
                <a:latin typeface="Times New Roman"/>
                <a:ea typeface="Times New Roman"/>
              </a:rPr>
              <a:t>Prediction</a:t>
            </a:r>
            <a:r>
              <a:rPr lang="en-US" altLang="zh-CN" sz="2000" spc="139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000" spc="18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000" spc="139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000" spc="225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2000" spc="14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000" spc="284" dirty="0">
                <a:solidFill>
                  <a:srgbClr val="000000"/>
                </a:solidFill>
                <a:latin typeface="Times New Roman"/>
                <a:ea typeface="Times New Roman"/>
              </a:rPr>
              <a:t>symptoms</a:t>
            </a:r>
            <a:r>
              <a:rPr lang="en-US" altLang="zh-CN" sz="2000" spc="139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000" spc="434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2000" spc="139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000" spc="27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2000" spc="139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000" spc="220" dirty="0">
                <a:solidFill>
                  <a:srgbClr val="000000"/>
                </a:solidFill>
                <a:latin typeface="Times New Roman"/>
                <a:ea typeface="Times New Roman"/>
              </a:rPr>
              <a:t>prediction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000" spc="209" dirty="0">
                <a:solidFill>
                  <a:srgbClr val="000000"/>
                </a:solidFill>
                <a:latin typeface="Times New Roman"/>
                <a:ea typeface="Times New Roman"/>
              </a:rPr>
              <a:t>results</a:t>
            </a:r>
            <a:r>
              <a:rPr lang="en-US" altLang="zh-CN" sz="2000" spc="16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1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16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2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000" spc="215" dirty="0">
                <a:solidFill>
                  <a:srgbClr val="000000"/>
                </a:solidFill>
                <a:latin typeface="Times New Roman"/>
                <a:ea typeface="Times New Roman"/>
              </a:rPr>
              <a:t>Doctor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29" dirty="0">
                <a:solidFill>
                  <a:srgbClr val="000000"/>
                </a:solidFill>
                <a:latin typeface="Times New Roman"/>
                <a:ea typeface="Times New Roman"/>
              </a:rPr>
              <a:t>Recommendations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4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25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40" dirty="0">
                <a:solidFill>
                  <a:srgbClr val="000000"/>
                </a:solidFill>
                <a:latin typeface="Times New Roman"/>
                <a:ea typeface="Times New Roman"/>
              </a:rPr>
              <a:t>recommended</a:t>
            </a:r>
            <a:r>
              <a:rPr lang="en-US" altLang="zh-CN" sz="20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95" dirty="0">
                <a:solidFill>
                  <a:srgbClr val="000000"/>
                </a:solidFill>
                <a:latin typeface="Times New Roman"/>
                <a:ea typeface="Times New Roman"/>
              </a:rPr>
              <a:t>doctors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09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000" spc="234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20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95" dirty="0">
                <a:solidFill>
                  <a:srgbClr val="000000"/>
                </a:solidFill>
                <a:latin typeface="Times New Roman"/>
                <a:ea typeface="Times New Roman"/>
              </a:rPr>
              <a:t>predicted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95" dirty="0">
                <a:solidFill>
                  <a:srgbClr val="000000"/>
                </a:solidFill>
                <a:latin typeface="Times New Roman"/>
                <a:ea typeface="Times New Roman"/>
              </a:rPr>
              <a:t>diseases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44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129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00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2000" spc="164" dirty="0">
                <a:solidFill>
                  <a:srgbClr val="000000"/>
                </a:solidFill>
                <a:latin typeface="Times New Roman"/>
                <a:ea typeface="Times New Roman"/>
              </a:rPr>
              <a:t>Rating</a:t>
            </a:r>
            <a:r>
              <a:rPr lang="en-US" altLang="zh-CN" sz="20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9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20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5" dirty="0">
                <a:solidFill>
                  <a:srgbClr val="000000"/>
                </a:solidFill>
                <a:latin typeface="Times New Roman"/>
                <a:ea typeface="Times New Roman"/>
              </a:rPr>
              <a:t>Feedback</a:t>
            </a:r>
            <a:r>
              <a:rPr lang="en-US" altLang="zh-CN" sz="2000" spc="13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000" spc="170" dirty="0">
                <a:solidFill>
                  <a:srgbClr val="000000"/>
                </a:solidFill>
                <a:latin typeface="Times New Roman"/>
                <a:ea typeface="Times New Roman"/>
              </a:rPr>
              <a:t>Rate</a:t>
            </a:r>
            <a:r>
              <a:rPr lang="en-US" altLang="zh-CN" sz="20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0" dirty="0">
                <a:solidFill>
                  <a:srgbClr val="000000"/>
                </a:solidFill>
                <a:latin typeface="Times New Roman"/>
                <a:ea typeface="Times New Roman"/>
              </a:rPr>
              <a:t>doctors&amp;</a:t>
            </a:r>
            <a:r>
              <a:rPr lang="en-US" altLang="zh-CN" sz="20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85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20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5" dirty="0">
                <a:solidFill>
                  <a:srgbClr val="000000"/>
                </a:solidFill>
                <a:latin typeface="Times New Roman"/>
                <a:ea typeface="Times New Roman"/>
              </a:rPr>
              <a:t>booking</a:t>
            </a:r>
            <a:r>
              <a:rPr lang="en-US" altLang="zh-CN" sz="20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50" dirty="0">
                <a:solidFill>
                  <a:srgbClr val="000000"/>
                </a:solidFill>
                <a:latin typeface="Times New Roman"/>
                <a:ea typeface="Times New Roman"/>
              </a:rPr>
              <a:t>history</a:t>
            </a:r>
            <a:r>
              <a:rPr lang="en-US" altLang="zh-CN" sz="2000" spc="89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2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17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3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000" spc="25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20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34" dirty="0">
                <a:solidFill>
                  <a:srgbClr val="000000"/>
                </a:solidFill>
                <a:latin typeface="Times New Roman"/>
                <a:ea typeface="Times New Roman"/>
              </a:rPr>
              <a:t>Passwords</a:t>
            </a:r>
            <a:r>
              <a:rPr lang="en-US" altLang="zh-CN" sz="2000" spc="15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159510" y="6463303"/>
            <a:ext cx="7706683" cy="18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416"/>
              </a:lnSpc>
              <a:tabLst>
                <a:tab pos="6495415" algn="l"/>
              </a:tabLst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0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	Slides: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14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75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35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128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reeform 129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30"/>
          <p:cNvSpPr txBox="1"/>
          <p:nvPr/>
        </p:nvSpPr>
        <p:spPr>
          <a:xfrm>
            <a:off x="549275" y="503496"/>
            <a:ext cx="8071470" cy="22462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85" dirty="0">
                <a:solidFill>
                  <a:srgbClr val="BF4F4C"/>
                </a:solidFill>
                <a:latin typeface="Times New Roman"/>
                <a:ea typeface="Times New Roman"/>
              </a:rPr>
              <a:t>MODULE</a:t>
            </a:r>
            <a:r>
              <a:rPr lang="en-US" altLang="zh-CN" sz="3000" spc="275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50" dirty="0">
                <a:solidFill>
                  <a:srgbClr val="BF4F4C"/>
                </a:solidFill>
                <a:latin typeface="Times New Roman"/>
                <a:ea typeface="Times New Roman"/>
              </a:rPr>
              <a:t>DESCRIPTION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6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200" spc="304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3200" spc="15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zh-CN" sz="3200" spc="254" dirty="0">
                <a:solidFill>
                  <a:srgbClr val="000000"/>
                </a:solidFill>
                <a:latin typeface="Times New Roman"/>
                <a:ea typeface="Times New Roman"/>
              </a:rPr>
              <a:t>Hospital</a:t>
            </a:r>
            <a:r>
              <a:rPr lang="en-US" altLang="zh-CN" sz="3200" spc="2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320" dirty="0">
                <a:solidFill>
                  <a:srgbClr val="000000"/>
                </a:solidFill>
                <a:latin typeface="Times New Roman"/>
                <a:ea typeface="Times New Roman"/>
              </a:rPr>
              <a:t>Module</a:t>
            </a:r>
          </a:p>
          <a:p>
            <a:pPr>
              <a:lnSpc>
                <a:spcPts val="41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16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29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2000" spc="195" dirty="0">
                <a:solidFill>
                  <a:srgbClr val="000000"/>
                </a:solidFill>
                <a:latin typeface="Times New Roman"/>
                <a:ea typeface="Times New Roman"/>
              </a:rPr>
              <a:t>Registration</a:t>
            </a:r>
            <a:r>
              <a:rPr lang="en-US" altLang="zh-CN" sz="20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39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9" dirty="0">
                <a:solidFill>
                  <a:srgbClr val="000000"/>
                </a:solidFill>
                <a:latin typeface="Times New Roman"/>
                <a:ea typeface="Times New Roman"/>
              </a:rPr>
              <a:t>profile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5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2000" spc="17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000" spc="200" dirty="0">
                <a:solidFill>
                  <a:srgbClr val="000000"/>
                </a:solidFill>
                <a:latin typeface="Times New Roman"/>
                <a:ea typeface="Times New Roman"/>
              </a:rPr>
              <a:t>Register</a:t>
            </a:r>
            <a:r>
              <a:rPr lang="en-US" altLang="zh-CN" sz="20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379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5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20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5" dirty="0">
                <a:solidFill>
                  <a:srgbClr val="000000"/>
                </a:solidFill>
                <a:latin typeface="Times New Roman"/>
                <a:ea typeface="Times New Roman"/>
              </a:rPr>
              <a:t>their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000" spc="135" dirty="0">
                <a:solidFill>
                  <a:srgbClr val="000000"/>
                </a:solidFill>
                <a:latin typeface="Times New Roman"/>
                <a:ea typeface="Times New Roman"/>
              </a:rPr>
              <a:t>profiles</a:t>
            </a:r>
            <a:r>
              <a:rPr lang="en-US" altLang="zh-CN" sz="2000" spc="10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44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15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2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000" spc="195" dirty="0">
                <a:solidFill>
                  <a:srgbClr val="000000"/>
                </a:solidFill>
                <a:latin typeface="Times New Roman"/>
                <a:ea typeface="Times New Roman"/>
              </a:rPr>
              <a:t>Doctor</a:t>
            </a:r>
            <a:r>
              <a:rPr lang="en-US" altLang="zh-CN" sz="20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25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2000" spc="14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000" spc="170" dirty="0">
                <a:solidFill>
                  <a:srgbClr val="000000"/>
                </a:solidFill>
                <a:latin typeface="Times New Roman"/>
                <a:ea typeface="Times New Roman"/>
              </a:rPr>
              <a:t>add,edit</a:t>
            </a:r>
            <a:r>
              <a:rPr lang="en-US" altLang="zh-CN" sz="20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35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20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2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20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85" dirty="0">
                <a:solidFill>
                  <a:srgbClr val="000000"/>
                </a:solidFill>
                <a:latin typeface="Times New Roman"/>
                <a:ea typeface="Times New Roman"/>
              </a:rPr>
              <a:t>doctor</a:t>
            </a:r>
            <a:r>
              <a:rPr lang="en-US" altLang="zh-CN" sz="20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64" dirty="0">
                <a:solidFill>
                  <a:srgbClr val="000000"/>
                </a:solidFill>
                <a:latin typeface="Times New Roman"/>
                <a:ea typeface="Times New Roman"/>
              </a:rPr>
              <a:t>profiles</a:t>
            </a:r>
            <a:r>
              <a:rPr lang="en-US" altLang="zh-CN" sz="2000" spc="11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549275" y="2816658"/>
            <a:ext cx="8183195" cy="304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907920" algn="l"/>
                <a:tab pos="4981828" algn="l"/>
                <a:tab pos="6190615" algn="l"/>
                <a:tab pos="7850251" algn="l"/>
              </a:tabLst>
            </a:pPr>
            <a:r>
              <a:rPr lang="en-US" altLang="zh-CN" sz="2000" spc="19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60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000" spc="254" dirty="0">
                <a:solidFill>
                  <a:srgbClr val="000000"/>
                </a:solidFill>
                <a:latin typeface="Times New Roman"/>
                <a:ea typeface="Times New Roman"/>
              </a:rPr>
              <a:t>Schedule	</a:t>
            </a:r>
            <a:r>
              <a:rPr lang="en-US" altLang="zh-CN" sz="2000" spc="204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2000" spc="13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000" spc="209" dirty="0">
                <a:solidFill>
                  <a:srgbClr val="000000"/>
                </a:solidFill>
                <a:latin typeface="Times New Roman"/>
                <a:ea typeface="Times New Roman"/>
              </a:rPr>
              <a:t>Manage	</a:t>
            </a:r>
            <a:r>
              <a:rPr lang="en-US" altLang="zh-CN" sz="2000" spc="185" dirty="0">
                <a:solidFill>
                  <a:srgbClr val="000000"/>
                </a:solidFill>
                <a:latin typeface="Times New Roman"/>
                <a:ea typeface="Times New Roman"/>
              </a:rPr>
              <a:t>doctor	</a:t>
            </a:r>
            <a:r>
              <a:rPr lang="en-US" altLang="zh-CN" sz="2000" spc="220" dirty="0">
                <a:solidFill>
                  <a:srgbClr val="000000"/>
                </a:solidFill>
                <a:latin typeface="Times New Roman"/>
                <a:ea typeface="Times New Roman"/>
              </a:rPr>
              <a:t>schedules	</a:t>
            </a:r>
            <a:r>
              <a:rPr lang="en-US" altLang="zh-CN" sz="2000" spc="25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549275" y="3123179"/>
            <a:ext cx="8069682" cy="13446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43217">
              <a:lnSpc>
                <a:spcPct val="100000"/>
              </a:lnSpc>
            </a:pPr>
            <a:r>
              <a:rPr lang="en-US" altLang="zh-CN" sz="2000" spc="135" dirty="0">
                <a:solidFill>
                  <a:srgbClr val="000000"/>
                </a:solidFill>
                <a:latin typeface="Times New Roman"/>
                <a:ea typeface="Times New Roman"/>
              </a:rPr>
              <a:t>availability</a:t>
            </a:r>
            <a:r>
              <a:rPr lang="en-US" altLang="zh-CN" sz="2000" spc="129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44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129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0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2000" spc="179" dirty="0">
                <a:solidFill>
                  <a:srgbClr val="000000"/>
                </a:solidFill>
                <a:latin typeface="Times New Roman"/>
                <a:ea typeface="Times New Roman"/>
              </a:rPr>
              <a:t>Bookings</a:t>
            </a:r>
            <a:r>
              <a:rPr lang="en-US" altLang="zh-CN" sz="2000" spc="129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000" spc="204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20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5" dirty="0">
                <a:solidFill>
                  <a:srgbClr val="000000"/>
                </a:solidFill>
                <a:latin typeface="Times New Roman"/>
                <a:ea typeface="Times New Roman"/>
              </a:rPr>
              <a:t>bookings</a:t>
            </a:r>
            <a:r>
              <a:rPr lang="en-US" altLang="zh-CN" sz="20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04" dirty="0">
                <a:solidFill>
                  <a:srgbClr val="000000"/>
                </a:solidFill>
                <a:latin typeface="Times New Roman"/>
                <a:ea typeface="Times New Roman"/>
              </a:rPr>
              <a:t>made</a:t>
            </a:r>
            <a:r>
              <a:rPr lang="en-US" altLang="zh-CN" sz="20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89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20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54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2000" spc="11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52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000" spc="20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000" spc="164" dirty="0">
                <a:solidFill>
                  <a:srgbClr val="000000"/>
                </a:solidFill>
                <a:latin typeface="Arial"/>
                <a:cs typeface="Arial"/>
              </a:rPr>
              <a:t>   </a:t>
            </a:r>
            <a:r>
              <a:rPr lang="en-US" altLang="zh-CN" sz="2000" spc="32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20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50" dirty="0">
                <a:solidFill>
                  <a:srgbClr val="000000"/>
                </a:solidFill>
                <a:latin typeface="Times New Roman"/>
                <a:ea typeface="Times New Roman"/>
              </a:rPr>
              <a:t>leave</a:t>
            </a:r>
            <a:r>
              <a:rPr lang="en-US" altLang="zh-CN" sz="2000" spc="17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000" spc="275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20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84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20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45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20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50" dirty="0">
                <a:solidFill>
                  <a:srgbClr val="000000"/>
                </a:solidFill>
                <a:latin typeface="Times New Roman"/>
                <a:ea typeface="Times New Roman"/>
              </a:rPr>
              <a:t>doctors</a:t>
            </a:r>
            <a:r>
              <a:rPr lang="en-US" altLang="zh-CN" sz="20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34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20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45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20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95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20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50" dirty="0">
                <a:solidFill>
                  <a:srgbClr val="000000"/>
                </a:solidFill>
                <a:latin typeface="Times New Roman"/>
                <a:ea typeface="Times New Roman"/>
              </a:rPr>
              <a:t>leave</a:t>
            </a:r>
            <a:r>
              <a:rPr lang="en-US" altLang="zh-CN" sz="200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84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20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245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 indent="343217">
              <a:lnSpc>
                <a:spcPct val="100000"/>
              </a:lnSpc>
            </a:pPr>
            <a:r>
              <a:rPr lang="en-US" altLang="zh-CN" sz="2000" spc="170" dirty="0">
                <a:solidFill>
                  <a:srgbClr val="000000"/>
                </a:solidFill>
                <a:latin typeface="Times New Roman"/>
                <a:ea typeface="Times New Roman"/>
              </a:rPr>
              <a:t>reason</a:t>
            </a:r>
            <a:r>
              <a:rPr lang="en-US" altLang="zh-CN" sz="20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5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20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spc="170" dirty="0">
                <a:solidFill>
                  <a:srgbClr val="000000"/>
                </a:solidFill>
                <a:latin typeface="Times New Roman"/>
                <a:ea typeface="Times New Roman"/>
              </a:rPr>
              <a:t>leave</a:t>
            </a:r>
            <a:r>
              <a:rPr lang="en-US" altLang="zh-CN" sz="2000" spc="10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159510" y="6463303"/>
            <a:ext cx="7706683" cy="183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416"/>
              </a:lnSpc>
              <a:tabLst>
                <a:tab pos="6495415" algn="l"/>
              </a:tabLst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0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	Slides: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15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75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35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135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reeform 136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7"/>
          <p:cNvSpPr txBox="1"/>
          <p:nvPr/>
        </p:nvSpPr>
        <p:spPr>
          <a:xfrm>
            <a:off x="549275" y="503496"/>
            <a:ext cx="6912573" cy="11490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29" dirty="0">
                <a:solidFill>
                  <a:srgbClr val="BF4F4C"/>
                </a:solidFill>
                <a:latin typeface="Times New Roman"/>
                <a:ea typeface="Times New Roman"/>
              </a:rPr>
              <a:t>DEVELOPING</a:t>
            </a:r>
            <a:r>
              <a:rPr lang="en-US" altLang="zh-CN" sz="3000" spc="245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39" dirty="0">
                <a:solidFill>
                  <a:srgbClr val="BF4F4C"/>
                </a:solidFill>
                <a:latin typeface="Times New Roman"/>
                <a:ea typeface="Times New Roman"/>
              </a:rPr>
              <a:t>ENVIRONMENT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4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750" spc="229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750" spc="1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750" b="1" spc="320" dirty="0">
                <a:solidFill>
                  <a:srgbClr val="000000"/>
                </a:solidFill>
                <a:latin typeface="Times New Roman"/>
                <a:ea typeface="Times New Roman"/>
              </a:rPr>
              <a:t>Operating</a:t>
            </a:r>
            <a:r>
              <a:rPr lang="en-US" altLang="zh-CN" sz="2750" b="1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b="1" spc="345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2750" b="1" spc="22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750" b="1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59" dirty="0">
                <a:solidFill>
                  <a:srgbClr val="000000"/>
                </a:solidFill>
                <a:latin typeface="Times New Roman"/>
                <a:ea typeface="Times New Roman"/>
              </a:rPr>
              <a:t>Windows</a:t>
            </a:r>
            <a:r>
              <a:rPr lang="en-US" altLang="zh-CN" sz="275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15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275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15" dirty="0">
                <a:solidFill>
                  <a:srgbClr val="000000"/>
                </a:solidFill>
                <a:latin typeface="Times New Roman"/>
                <a:ea typeface="Times New Roman"/>
              </a:rPr>
              <a:t>Linux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549275" y="1738762"/>
            <a:ext cx="8175030" cy="419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877060" algn="l"/>
                <a:tab pos="3225165" algn="l"/>
                <a:tab pos="4887976" algn="l"/>
                <a:tab pos="6238875" algn="l"/>
              </a:tabLst>
            </a:pPr>
            <a:r>
              <a:rPr lang="en-US" altLang="zh-CN" sz="2750" spc="26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750" spc="2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750" b="1" spc="375" dirty="0">
                <a:solidFill>
                  <a:srgbClr val="000000"/>
                </a:solidFill>
                <a:latin typeface="Times New Roman"/>
                <a:ea typeface="Times New Roman"/>
              </a:rPr>
              <a:t>Front	</a:t>
            </a:r>
            <a:r>
              <a:rPr lang="en-US" altLang="zh-CN" sz="2750" b="1" spc="234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2750" b="1" spc="135" dirty="0">
                <a:solidFill>
                  <a:srgbClr val="000000"/>
                </a:solidFill>
                <a:latin typeface="Times New Roman"/>
                <a:ea typeface="Times New Roman"/>
              </a:rPr>
              <a:t>:	</a:t>
            </a:r>
            <a:r>
              <a:rPr lang="en-US" altLang="zh-CN" sz="2750" spc="129" dirty="0">
                <a:solidFill>
                  <a:srgbClr val="000000"/>
                </a:solidFill>
                <a:latin typeface="Times New Roman"/>
                <a:ea typeface="Times New Roman"/>
              </a:rPr>
              <a:t>HTML,	</a:t>
            </a:r>
            <a:r>
              <a:rPr lang="en-US" altLang="zh-CN" sz="2750" spc="265" dirty="0">
                <a:solidFill>
                  <a:srgbClr val="000000"/>
                </a:solidFill>
                <a:latin typeface="Times New Roman"/>
                <a:ea typeface="Times New Roman"/>
              </a:rPr>
              <a:t>CSS,	</a:t>
            </a:r>
            <a:r>
              <a:rPr lang="en-US" altLang="zh-CN" sz="2750" spc="279" dirty="0">
                <a:solidFill>
                  <a:srgbClr val="000000"/>
                </a:solidFill>
                <a:latin typeface="Times New Roman"/>
                <a:ea typeface="Times New Roman"/>
              </a:rPr>
              <a:t>Bootstrap,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549275" y="2176416"/>
            <a:ext cx="7958342" cy="19555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43217">
              <a:lnSpc>
                <a:spcPct val="100000"/>
              </a:lnSpc>
            </a:pPr>
            <a:r>
              <a:rPr lang="en-US" altLang="zh-CN" sz="2750" spc="275" dirty="0">
                <a:solidFill>
                  <a:srgbClr val="000000"/>
                </a:solidFill>
                <a:latin typeface="Times New Roman"/>
                <a:ea typeface="Times New Roman"/>
              </a:rPr>
              <a:t>JavaScript,</a:t>
            </a:r>
            <a:r>
              <a:rPr lang="en-US" altLang="zh-CN" sz="275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65" dirty="0">
                <a:solidFill>
                  <a:srgbClr val="000000"/>
                </a:solidFill>
                <a:latin typeface="Times New Roman"/>
                <a:ea typeface="Times New Roman"/>
              </a:rPr>
              <a:t>Flutter</a:t>
            </a:r>
            <a:r>
              <a:rPr lang="en-US" altLang="zh-CN" sz="2750" spc="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79" dirty="0">
                <a:solidFill>
                  <a:srgbClr val="000000"/>
                </a:solidFill>
                <a:latin typeface="Times New Roman"/>
                <a:ea typeface="Times New Roman"/>
              </a:rPr>
              <a:t>(Dart)</a:t>
            </a:r>
            <a:r>
              <a:rPr lang="en-US" altLang="zh-CN" sz="2750" spc="17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68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750" spc="21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750" spc="1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750" b="1" spc="334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2750" b="1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b="1" spc="36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2750" b="1" spc="209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750" b="1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90" dirty="0">
                <a:solidFill>
                  <a:srgbClr val="000000"/>
                </a:solidFill>
                <a:latin typeface="Times New Roman"/>
                <a:ea typeface="Times New Roman"/>
              </a:rPr>
              <a:t>Python</a:t>
            </a:r>
            <a:r>
              <a:rPr lang="en-US" altLang="zh-CN" sz="2750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75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2750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04" dirty="0">
                <a:solidFill>
                  <a:srgbClr val="000000"/>
                </a:solidFill>
                <a:latin typeface="Times New Roman"/>
                <a:ea typeface="Times New Roman"/>
              </a:rPr>
              <a:t>Django</a:t>
            </a:r>
            <a:r>
              <a:rPr lang="en-US" altLang="zh-CN" sz="2750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15" dirty="0">
                <a:solidFill>
                  <a:srgbClr val="000000"/>
                </a:solidFill>
                <a:latin typeface="Times New Roman"/>
                <a:ea typeface="Times New Roman"/>
              </a:rPr>
              <a:t>Framework</a:t>
            </a:r>
            <a:r>
              <a:rPr lang="en-US" altLang="zh-CN" sz="2750" spc="16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75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750" spc="19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750" spc="15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750" b="1" spc="275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2750" b="1" spc="22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750" b="1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370" dirty="0">
                <a:solidFill>
                  <a:srgbClr val="000000"/>
                </a:solidFill>
                <a:latin typeface="Times New Roman"/>
                <a:ea typeface="Times New Roman"/>
              </a:rPr>
              <a:t>MySQL</a:t>
            </a:r>
            <a:r>
              <a:rPr lang="en-US" altLang="zh-CN" sz="2750" spc="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25" dirty="0">
                <a:solidFill>
                  <a:srgbClr val="000000"/>
                </a:solidFill>
                <a:latin typeface="Times New Roman"/>
                <a:ea typeface="Times New Roman"/>
              </a:rPr>
              <a:t>(Relational</a:t>
            </a:r>
            <a:r>
              <a:rPr lang="en-US" altLang="zh-CN" sz="2750" spc="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54" dirty="0">
                <a:solidFill>
                  <a:srgbClr val="000000"/>
                </a:solidFill>
                <a:latin typeface="Times New Roman"/>
                <a:ea typeface="Times New Roman"/>
              </a:rPr>
              <a:t>Database)</a:t>
            </a:r>
            <a:r>
              <a:rPr lang="en-US" altLang="zh-CN" sz="2750" spc="139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75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750" spc="209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750" spc="16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750" b="1" spc="300" dirty="0">
                <a:solidFill>
                  <a:srgbClr val="000000"/>
                </a:solidFill>
                <a:latin typeface="Times New Roman"/>
                <a:ea typeface="Times New Roman"/>
              </a:rPr>
              <a:t>Mobile</a:t>
            </a:r>
            <a:r>
              <a:rPr lang="en-US" altLang="zh-CN" sz="2750" b="1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b="1" spc="375" dirty="0">
                <a:solidFill>
                  <a:srgbClr val="000000"/>
                </a:solidFill>
                <a:latin typeface="Times New Roman"/>
                <a:ea typeface="Times New Roman"/>
              </a:rPr>
              <a:t>App</a:t>
            </a:r>
            <a:r>
              <a:rPr lang="en-US" altLang="zh-CN" sz="2750" b="1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b="1" spc="309" dirty="0">
                <a:solidFill>
                  <a:srgbClr val="000000"/>
                </a:solidFill>
                <a:latin typeface="Times New Roman"/>
                <a:ea typeface="Times New Roman"/>
              </a:rPr>
              <a:t>Development</a:t>
            </a:r>
            <a:r>
              <a:rPr lang="en-US" altLang="zh-CN" sz="2750" b="1" spc="204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750" b="1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29" dirty="0">
                <a:solidFill>
                  <a:srgbClr val="000000"/>
                </a:solidFill>
                <a:latin typeface="Times New Roman"/>
                <a:ea typeface="Times New Roman"/>
              </a:rPr>
              <a:t>Flutter</a:t>
            </a:r>
            <a:r>
              <a:rPr lang="en-US" altLang="zh-CN" sz="275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405" dirty="0">
                <a:solidFill>
                  <a:srgbClr val="000000"/>
                </a:solidFill>
                <a:latin typeface="Times New Roman"/>
                <a:ea typeface="Times New Roman"/>
              </a:rPr>
              <a:t>SDK</a:t>
            </a:r>
            <a:r>
              <a:rPr lang="en-US" altLang="zh-CN" sz="2750" spc="16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549275" y="4218818"/>
            <a:ext cx="8176883" cy="419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750" spc="20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750" spc="1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750" b="1" spc="340" dirty="0">
                <a:solidFill>
                  <a:srgbClr val="000000"/>
                </a:solidFill>
                <a:latin typeface="Times New Roman"/>
                <a:ea typeface="Times New Roman"/>
              </a:rPr>
              <a:t>IDE</a:t>
            </a:r>
            <a:r>
              <a:rPr lang="en-US" altLang="zh-CN" sz="2750" b="1" spc="20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750" b="1" spc="14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2750" spc="275" dirty="0">
                <a:solidFill>
                  <a:srgbClr val="000000"/>
                </a:solidFill>
                <a:latin typeface="Times New Roman"/>
                <a:ea typeface="Times New Roman"/>
              </a:rPr>
              <a:t>Android</a:t>
            </a:r>
            <a:r>
              <a:rPr lang="en-US" altLang="zh-CN" sz="2750" spc="14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2750" spc="250" dirty="0">
                <a:solidFill>
                  <a:srgbClr val="000000"/>
                </a:solidFill>
                <a:latin typeface="Times New Roman"/>
                <a:ea typeface="Times New Roman"/>
              </a:rPr>
              <a:t>Studio</a:t>
            </a:r>
            <a:r>
              <a:rPr lang="en-US" altLang="zh-CN" sz="2750" spc="14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2750" spc="204" dirty="0">
                <a:solidFill>
                  <a:srgbClr val="000000"/>
                </a:solidFill>
                <a:latin typeface="Times New Roman"/>
                <a:ea typeface="Times New Roman"/>
              </a:rPr>
              <a:t>(Flutter),</a:t>
            </a:r>
            <a:r>
              <a:rPr lang="en-US" altLang="zh-CN" sz="2750" spc="14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2750" spc="315" dirty="0">
                <a:solidFill>
                  <a:srgbClr val="000000"/>
                </a:solidFill>
                <a:latin typeface="Times New Roman"/>
                <a:ea typeface="Times New Roman"/>
              </a:rPr>
              <a:t>PyCharm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549275" y="4655986"/>
            <a:ext cx="5814637" cy="19844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43217">
              <a:lnSpc>
                <a:spcPct val="100000"/>
              </a:lnSpc>
            </a:pPr>
            <a:r>
              <a:rPr lang="en-US" altLang="zh-CN" sz="2750" spc="13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2750" spc="200" dirty="0">
                <a:solidFill>
                  <a:srgbClr val="000000"/>
                </a:solidFill>
                <a:latin typeface="Times New Roman"/>
                <a:ea typeface="Times New Roman"/>
              </a:rPr>
              <a:t>Django</a:t>
            </a:r>
            <a:r>
              <a:rPr lang="en-US" altLang="zh-CN" sz="2750" spc="135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zh-CN" sz="2750" spc="104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69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750" spc="20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750" spc="16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750" b="1" spc="279" dirty="0">
                <a:solidFill>
                  <a:srgbClr val="000000"/>
                </a:solidFill>
                <a:latin typeface="Times New Roman"/>
                <a:ea typeface="Times New Roman"/>
              </a:rPr>
              <a:t>Version</a:t>
            </a:r>
            <a:r>
              <a:rPr lang="en-US" altLang="zh-CN" sz="2750" b="1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b="1" spc="279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2750" b="1" spc="19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750" b="1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50" dirty="0">
                <a:solidFill>
                  <a:srgbClr val="000000"/>
                </a:solidFill>
                <a:latin typeface="Times New Roman"/>
                <a:ea typeface="Times New Roman"/>
              </a:rPr>
              <a:t>Git</a:t>
            </a:r>
            <a:r>
              <a:rPr lang="en-US" altLang="zh-CN" sz="2750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459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275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750" spc="290" dirty="0">
                <a:solidFill>
                  <a:srgbClr val="000000"/>
                </a:solidFill>
                <a:latin typeface="Times New Roman"/>
                <a:ea typeface="Times New Roman"/>
              </a:rPr>
              <a:t>GitHub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889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16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3" name="TextBox 146"/>
          <p:cNvSpPr txBox="1"/>
          <p:nvPr/>
        </p:nvSpPr>
        <p:spPr>
          <a:xfrm>
            <a:off x="549275" y="503496"/>
            <a:ext cx="4014171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45" dirty="0">
                <a:solidFill>
                  <a:srgbClr val="BF4F4C"/>
                </a:solidFill>
                <a:latin typeface="Times New Roman"/>
                <a:ea typeface="Times New Roman"/>
              </a:rPr>
              <a:t>PRODUCT</a:t>
            </a:r>
            <a:r>
              <a:rPr lang="en-US" altLang="zh-CN" sz="3000" spc="175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50" dirty="0">
                <a:solidFill>
                  <a:srgbClr val="BF4F4C"/>
                </a:solidFill>
                <a:latin typeface="Times New Roman"/>
                <a:ea typeface="Times New Roman"/>
              </a:rPr>
              <a:t>BACKLOG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17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7200" y="1066800"/>
          <a:ext cx="8251825" cy="5164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5655"/>
                <a:gridCol w="1519301"/>
                <a:gridCol w="1519301"/>
                <a:gridCol w="1514474"/>
                <a:gridCol w="2133092"/>
              </a:tblGrid>
              <a:tr h="6286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T w="22224">
                      <a:solidFill>
                        <a:srgbClr val="4C4FB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22224">
                      <a:solidFill>
                        <a:srgbClr val="4C4FB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22224">
                      <a:solidFill>
                        <a:srgbClr val="4C4FB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22224">
                      <a:solidFill>
                        <a:srgbClr val="4C4FB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22224">
                      <a:solidFill>
                        <a:srgbClr val="4C4FB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93419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endParaRPr lang="en-US" dirty="0" smtClean="0"/>
                    </a:p>
                    <a:p>
                      <a:pPr marL="0" indent="610552">
                        <a:lnSpc>
                          <a:spcPct val="101666"/>
                        </a:lnSpc>
                      </a:pPr>
                      <a:r>
                        <a:rPr lang="en-US" altLang="zh-CN" sz="1800" b="1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ID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endParaRPr lang="en-US" dirty="0" smtClean="0"/>
                    </a:p>
                    <a:p>
                      <a:pPr marL="0" indent="343154">
                        <a:lnSpc>
                          <a:spcPct val="101666"/>
                        </a:lnSpc>
                      </a:pPr>
                      <a:r>
                        <a:rPr lang="en-US" altLang="zh-CN" sz="1800" b="1" spc="-3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NA</a:t>
                      </a:r>
                      <a:r>
                        <a:rPr lang="en-US" altLang="zh-CN" sz="18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94"/>
                        </a:lnSpc>
                      </a:pPr>
                      <a:endParaRPr lang="en-US" dirty="0" smtClean="0"/>
                    </a:p>
                    <a:p>
                      <a:pPr marL="0" indent="307213">
                        <a:lnSpc>
                          <a:spcPct val="101666"/>
                        </a:lnSpc>
                      </a:pPr>
                      <a:r>
                        <a:rPr lang="en-US" altLang="zh-CN" sz="18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PRIO</a:t>
                      </a:r>
                      <a:r>
                        <a:rPr lang="en-US" altLang="zh-CN" sz="1800" b="1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RITY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15"/>
                        </a:lnSpc>
                      </a:pPr>
                      <a:endParaRPr lang="en-US" dirty="0" smtClean="0"/>
                    </a:p>
                    <a:p>
                      <a:pPr marL="0" indent="284226">
                        <a:lnSpc>
                          <a:spcPct val="101666"/>
                        </a:lnSpc>
                      </a:pPr>
                      <a:r>
                        <a:rPr lang="en-US" altLang="zh-CN" sz="1800" b="1" spc="-4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ESTI</a:t>
                      </a:r>
                      <a:r>
                        <a:rPr lang="en-US" altLang="zh-CN" sz="1800" b="1" spc="-3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MATE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endParaRPr lang="en-US" dirty="0" smtClean="0"/>
                    </a:p>
                    <a:p>
                      <a:pPr marL="0" indent="698373">
                        <a:lnSpc>
                          <a:spcPct val="101666"/>
                        </a:lnSpc>
                      </a:pPr>
                      <a:r>
                        <a:rPr lang="en-US" altLang="zh-CN" sz="1800" b="1" spc="-7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STA</a:t>
                      </a:r>
                      <a:r>
                        <a:rPr lang="en-US" altLang="zh-CN" sz="1800" b="1" spc="-6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TUS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14273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75"/>
                        </a:lnSpc>
                      </a:pPr>
                      <a:endParaRPr lang="en-US" dirty="0" smtClean="0"/>
                    </a:p>
                    <a:p>
                      <a:pPr marL="0" indent="74930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40"/>
                        </a:lnSpc>
                      </a:pPr>
                      <a:endParaRPr lang="en-US" dirty="0" smtClean="0"/>
                    </a:p>
                    <a:p>
                      <a:pPr marL="0" indent="558419">
                        <a:lnSpc>
                          <a:spcPct val="103333"/>
                        </a:lnSpc>
                      </a:pPr>
                      <a:r>
                        <a:rPr lang="en-US" altLang="zh-CN" sz="155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</a:t>
                      </a:r>
                      <a:r>
                        <a:rPr lang="en-US" altLang="zh-CN" sz="15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ser</a:t>
                      </a:r>
                    </a:p>
                    <a:p>
                      <a:pPr marL="0" indent="193929">
                        <a:lnSpc>
                          <a:spcPct val="100833"/>
                        </a:lnSpc>
                      </a:pPr>
                      <a:r>
                        <a:rPr lang="en-US" altLang="zh-CN" sz="15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Registration</a:t>
                      </a:r>
                      <a:r>
                        <a:rPr lang="en-US" altLang="zh-CN" sz="1550" spc="2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550" spc="4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/</a:t>
                      </a:r>
                    </a:p>
                    <a:p>
                      <a:pPr marL="0" indent="528954">
                        <a:lnSpc>
                          <a:spcPct val="103333"/>
                        </a:lnSpc>
                      </a:pPr>
                      <a:r>
                        <a:rPr lang="en-US" altLang="zh-CN" sz="155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L</a:t>
                      </a:r>
                      <a:r>
                        <a:rPr lang="en-US" altLang="zh-CN" sz="155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ogin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75"/>
                        </a:lnSpc>
                      </a:pPr>
                      <a:endParaRPr lang="en-US" dirty="0" smtClean="0"/>
                    </a:p>
                    <a:p>
                      <a:pPr marL="0" indent="539369">
                        <a:lnSpc>
                          <a:spcPct val="101666"/>
                        </a:lnSpc>
                      </a:pPr>
                      <a:r>
                        <a:rPr lang="en-US" altLang="zh-CN" sz="1800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Hi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75"/>
                        </a:lnSpc>
                      </a:pPr>
                      <a:endParaRPr lang="en-US" dirty="0" smtClean="0"/>
                    </a:p>
                    <a:p>
                      <a:pPr marL="0" indent="692657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75"/>
                        </a:lnSpc>
                      </a:pPr>
                      <a:endParaRPr lang="en-US" dirty="0" smtClean="0"/>
                    </a:p>
                    <a:p>
                      <a:pPr marL="0" indent="426593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spc="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14399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85"/>
                        </a:lnSpc>
                      </a:pPr>
                      <a:endParaRPr lang="en-US" dirty="0" smtClean="0"/>
                    </a:p>
                    <a:p>
                      <a:pPr marL="0" indent="74930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  <a:endParaRPr lang="en-US" dirty="0" smtClean="0"/>
                    </a:p>
                    <a:p>
                      <a:pPr marL="0" indent="113664">
                        <a:lnSpc>
                          <a:spcPct val="103333"/>
                        </a:lnSpc>
                      </a:pPr>
                      <a:r>
                        <a:rPr lang="en-US" altLang="zh-CN" sz="1550" spc="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Symptom</a:t>
                      </a:r>
                      <a:r>
                        <a:rPr lang="en-US" altLang="zh-CN" sz="1550" spc="-3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550" spc="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Input</a:t>
                      </a:r>
                    </a:p>
                    <a:p>
                      <a:pPr marL="328548" indent="13716" hangingPunct="0">
                        <a:lnSpc>
                          <a:spcPct val="100833"/>
                        </a:lnSpc>
                      </a:pPr>
                      <a:r>
                        <a:rPr lang="en-US" altLang="zh-CN" sz="1550" spc="6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&amp;</a:t>
                      </a:r>
                      <a:r>
                        <a:rPr lang="en-US" altLang="zh-CN" sz="1550" spc="-159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550" spc="4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Disease</a:t>
                      </a:r>
                      <a:r>
                        <a:rPr lang="en-US" altLang="zh-CN" sz="155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550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Pre</a:t>
                      </a:r>
                      <a:r>
                        <a:rPr lang="en-US" altLang="zh-CN" sz="15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diction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85"/>
                        </a:lnSpc>
                      </a:pPr>
                      <a:endParaRPr lang="en-US" dirty="0" smtClean="0"/>
                    </a:p>
                    <a:p>
                      <a:pPr marL="0" indent="539369">
                        <a:lnSpc>
                          <a:spcPct val="101666"/>
                        </a:lnSpc>
                      </a:pPr>
                      <a:r>
                        <a:rPr lang="en-US" altLang="zh-CN" sz="1800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Hi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85"/>
                        </a:lnSpc>
                      </a:pPr>
                      <a:endParaRPr lang="en-US" dirty="0" smtClean="0"/>
                    </a:p>
                    <a:p>
                      <a:pPr marL="0" indent="634491">
                        <a:lnSpc>
                          <a:spcPct val="101666"/>
                        </a:lnSpc>
                      </a:pPr>
                      <a:r>
                        <a:rPr lang="en-US" altLang="zh-CN" sz="1800" spc="-6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12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</a:pPr>
                      <a:endParaRPr lang="en-US" dirty="0" smtClean="0"/>
                    </a:p>
                    <a:p>
                      <a:pPr marL="0" indent="426593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spc="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94"/>
                        </a:lnSpc>
                      </a:pPr>
                      <a:endParaRPr lang="en-US" dirty="0" smtClean="0"/>
                    </a:p>
                    <a:p>
                      <a:pPr marL="0" indent="74930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9"/>
                        </a:lnSpc>
                      </a:pPr>
                      <a:endParaRPr lang="en-US" dirty="0" smtClean="0"/>
                    </a:p>
                    <a:p>
                      <a:pPr marL="0" indent="365760">
                        <a:lnSpc>
                          <a:spcPct val="103333"/>
                        </a:lnSpc>
                      </a:pPr>
                      <a:r>
                        <a:rPr lang="en-US" altLang="zh-CN" sz="155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</a:t>
                      </a:r>
                      <a:r>
                        <a:rPr lang="en-US" altLang="zh-CN" sz="15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pecialist</a:t>
                      </a:r>
                    </a:p>
                    <a:p>
                      <a:pPr marL="0" indent="125095">
                        <a:lnSpc>
                          <a:spcPct val="100833"/>
                        </a:lnSpc>
                      </a:pPr>
                      <a:r>
                        <a:rPr lang="en-US" altLang="zh-CN" sz="1550" spc="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Recomm</a:t>
                      </a:r>
                      <a:r>
                        <a:rPr lang="en-US" altLang="zh-CN" sz="1550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endati</a:t>
                      </a:r>
                    </a:p>
                    <a:p>
                      <a:pPr marL="0" indent="325373">
                        <a:lnSpc>
                          <a:spcPct val="103333"/>
                        </a:lnSpc>
                      </a:pPr>
                      <a:r>
                        <a:rPr lang="en-US" altLang="zh-CN" sz="15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on</a:t>
                      </a:r>
                      <a:r>
                        <a:rPr lang="en-US" altLang="zh-CN" sz="1550" spc="1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5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System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94"/>
                        </a:lnSpc>
                      </a:pPr>
                      <a:endParaRPr lang="en-US" dirty="0" smtClean="0"/>
                    </a:p>
                    <a:p>
                      <a:pPr marL="0" indent="539369">
                        <a:lnSpc>
                          <a:spcPct val="101666"/>
                        </a:lnSpc>
                      </a:pPr>
                      <a:r>
                        <a:rPr lang="en-US" altLang="zh-CN" sz="1800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Hi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94"/>
                        </a:lnSpc>
                      </a:pPr>
                      <a:endParaRPr lang="en-US" dirty="0" smtClean="0"/>
                    </a:p>
                    <a:p>
                      <a:pPr marL="0" indent="634491">
                        <a:lnSpc>
                          <a:spcPct val="101666"/>
                        </a:lnSpc>
                      </a:pPr>
                      <a:r>
                        <a:rPr lang="en-US" altLang="zh-CN" sz="1800" spc="-6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14"/>
                        </a:lnSpc>
                      </a:pPr>
                      <a:endParaRPr lang="en-US" dirty="0" smtClean="0"/>
                    </a:p>
                    <a:p>
                      <a:pPr marL="0" indent="426593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spc="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405"/>
                        </a:lnSpc>
                      </a:pPr>
                      <a:endParaRPr lang="en-US" dirty="0" smtClean="0"/>
                    </a:p>
                    <a:p>
                      <a:pPr marL="0" indent="74930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69"/>
                        </a:lnSpc>
                      </a:pPr>
                      <a:endParaRPr lang="en-US" dirty="0" smtClean="0"/>
                    </a:p>
                    <a:p>
                      <a:pPr marL="0" indent="411733">
                        <a:lnSpc>
                          <a:spcPct val="103333"/>
                        </a:lnSpc>
                      </a:pPr>
                      <a:r>
                        <a:rPr lang="en-US" altLang="zh-CN" sz="15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Hosp</a:t>
                      </a:r>
                      <a:r>
                        <a:rPr lang="en-US" altLang="zh-CN" sz="15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ital</a:t>
                      </a:r>
                    </a:p>
                    <a:p>
                      <a:pPr marL="0" indent="428879">
                        <a:lnSpc>
                          <a:spcPct val="100833"/>
                        </a:lnSpc>
                      </a:pPr>
                      <a:r>
                        <a:rPr lang="en-US" altLang="zh-CN" sz="15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Modu</a:t>
                      </a:r>
                      <a:r>
                        <a:rPr lang="en-US" altLang="zh-CN" sz="1550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le</a:t>
                      </a:r>
                    </a:p>
                    <a:p>
                      <a:pPr marL="0" indent="197104">
                        <a:lnSpc>
                          <a:spcPct val="103333"/>
                        </a:lnSpc>
                      </a:pPr>
                      <a:r>
                        <a:rPr lang="en-US" altLang="zh-CN" sz="1550" spc="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Manag</a:t>
                      </a:r>
                      <a:r>
                        <a:rPr lang="en-US" altLang="zh-CN" sz="15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ement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405"/>
                        </a:lnSpc>
                      </a:pPr>
                      <a:endParaRPr lang="en-US" dirty="0" smtClean="0"/>
                    </a:p>
                    <a:p>
                      <a:pPr marL="0" indent="539369">
                        <a:lnSpc>
                          <a:spcPct val="101666"/>
                        </a:lnSpc>
                      </a:pPr>
                      <a:r>
                        <a:rPr lang="en-US" altLang="zh-CN" sz="1800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Hi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405"/>
                        </a:lnSpc>
                      </a:pPr>
                      <a:endParaRPr lang="en-US" dirty="0" smtClean="0"/>
                    </a:p>
                    <a:p>
                      <a:pPr marL="0" indent="692657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25"/>
                        </a:lnSpc>
                      </a:pPr>
                      <a:endParaRPr lang="en-US" dirty="0" smtClean="0"/>
                    </a:p>
                    <a:p>
                      <a:pPr marL="0" indent="426593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spc="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4017">
                <a:tc>
                  <a:txBody>
                    <a:bodyPr/>
                    <a:lstStyle/>
                    <a:p>
                      <a:pPr>
                        <a:lnSpc>
                          <a:spcPts val="1695"/>
                        </a:lnSpc>
                      </a:pPr>
                      <a:endParaRPr lang="en-US" dirty="0" smtClean="0"/>
                    </a:p>
                    <a:p>
                      <a:pPr marL="0" indent="74930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  <a:endParaRPr lang="en-US" dirty="0" smtClean="0"/>
                    </a:p>
                    <a:p>
                      <a:pPr marL="0" indent="123063">
                        <a:lnSpc>
                          <a:spcPct val="103333"/>
                        </a:lnSpc>
                      </a:pPr>
                      <a:r>
                        <a:rPr lang="en-US" altLang="zh-CN" sz="15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Doctor</a:t>
                      </a:r>
                      <a:r>
                        <a:rPr lang="en-US" altLang="zh-CN" sz="155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550" spc="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Module</a:t>
                      </a:r>
                    </a:p>
                    <a:p>
                      <a:pPr marL="0" indent="197104">
                        <a:lnSpc>
                          <a:spcPct val="103333"/>
                        </a:lnSpc>
                      </a:pPr>
                      <a:r>
                        <a:rPr lang="en-US" altLang="zh-CN" sz="1550" spc="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Manag</a:t>
                      </a:r>
                      <a:r>
                        <a:rPr lang="en-US" altLang="zh-CN" sz="15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ement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95"/>
                        </a:lnSpc>
                      </a:pPr>
                      <a:endParaRPr lang="en-US" dirty="0" smtClean="0"/>
                    </a:p>
                    <a:p>
                      <a:pPr marL="0" indent="507619">
                        <a:lnSpc>
                          <a:spcPct val="101666"/>
                        </a:lnSpc>
                      </a:pPr>
                      <a:r>
                        <a:rPr lang="en-US" altLang="zh-CN" sz="1800" spc="-3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HI</a:t>
                      </a: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95"/>
                        </a:lnSpc>
                      </a:pPr>
                      <a:endParaRPr lang="en-US" dirty="0" smtClean="0"/>
                    </a:p>
                    <a:p>
                      <a:pPr marL="0" indent="692657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15"/>
                        </a:lnSpc>
                      </a:pPr>
                      <a:endParaRPr lang="en-US" dirty="0" smtClean="0"/>
                    </a:p>
                    <a:p>
                      <a:pPr marL="0" indent="426593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spc="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  <a:tr h="1064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3" name="TextBox 152"/>
          <p:cNvSpPr txBox="1"/>
          <p:nvPr/>
        </p:nvSpPr>
        <p:spPr>
          <a:xfrm>
            <a:off x="549275" y="503496"/>
            <a:ext cx="4014171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45" dirty="0">
                <a:solidFill>
                  <a:srgbClr val="BF4F4C"/>
                </a:solidFill>
                <a:latin typeface="Times New Roman"/>
                <a:ea typeface="Times New Roman"/>
              </a:rPr>
              <a:t>PRODUCT</a:t>
            </a:r>
            <a:r>
              <a:rPr lang="en-US" altLang="zh-CN" sz="3000" spc="175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50" dirty="0">
                <a:solidFill>
                  <a:srgbClr val="BF4F4C"/>
                </a:solidFill>
                <a:latin typeface="Times New Roman"/>
                <a:ea typeface="Times New Roman"/>
              </a:rPr>
              <a:t>BACKLOG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18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0850" y="1059942"/>
          <a:ext cx="8258175" cy="52068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8742"/>
                <a:gridCol w="1612518"/>
                <a:gridCol w="1612392"/>
                <a:gridCol w="1612518"/>
                <a:gridCol w="1715389"/>
                <a:gridCol w="86614"/>
              </a:tblGrid>
              <a:tr h="798829">
                <a:tc>
                  <a:txBody>
                    <a:bodyPr/>
                    <a:lstStyle/>
                    <a:p>
                      <a:pPr>
                        <a:lnSpc>
                          <a:spcPts val="1860"/>
                        </a:lnSpc>
                      </a:pPr>
                      <a:endParaRPr lang="en-US" dirty="0" smtClean="0"/>
                    </a:p>
                    <a:p>
                      <a:pPr marL="0" indent="557530">
                        <a:lnSpc>
                          <a:spcPct val="101666"/>
                        </a:lnSpc>
                      </a:pPr>
                      <a:r>
                        <a:rPr lang="en-US" altLang="zh-CN" sz="1800" b="1" spc="-6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60"/>
                        </a:lnSpc>
                      </a:pPr>
                      <a:endParaRPr lang="en-US" dirty="0" smtClean="0"/>
                    </a:p>
                    <a:p>
                      <a:pPr marL="0" indent="343153">
                        <a:lnSpc>
                          <a:spcPct val="101666"/>
                        </a:lnSpc>
                      </a:pPr>
                      <a:r>
                        <a:rPr lang="en-US" altLang="zh-CN" sz="1800" b="1" spc="-3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NA</a:t>
                      </a:r>
                      <a:r>
                        <a:rPr lang="en-US" altLang="zh-CN" sz="18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44"/>
                        </a:lnSpc>
                      </a:pPr>
                      <a:endParaRPr lang="en-US" dirty="0" smtClean="0"/>
                    </a:p>
                    <a:p>
                      <a:pPr marL="0" indent="354203">
                        <a:lnSpc>
                          <a:spcPct val="101666"/>
                        </a:lnSpc>
                      </a:pPr>
                      <a:r>
                        <a:rPr lang="en-US" altLang="zh-CN" sz="18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PRIO</a:t>
                      </a:r>
                      <a:r>
                        <a:rPr lang="en-US" altLang="zh-CN" sz="1800" b="1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RITY</a:t>
                      </a:r>
                    </a:p>
                    <a:p>
                      <a:pPr marL="0" indent="168529">
                        <a:lnSpc>
                          <a:spcPct val="101666"/>
                        </a:lnSpc>
                      </a:pPr>
                      <a:r>
                        <a:rPr lang="en-US" altLang="zh-CN" sz="1200" b="1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&lt;high/medi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um/low&gt;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5"/>
                        </a:lnSpc>
                      </a:pPr>
                      <a:endParaRPr lang="en-US" dirty="0" smtClean="0"/>
                    </a:p>
                    <a:p>
                      <a:pPr marL="0" indent="333501">
                        <a:lnSpc>
                          <a:spcPct val="101666"/>
                        </a:lnSpc>
                      </a:pPr>
                      <a:r>
                        <a:rPr lang="en-US" altLang="zh-CN" sz="1800" b="1" spc="-4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ESTI</a:t>
                      </a:r>
                      <a:r>
                        <a:rPr lang="en-US" altLang="zh-CN" sz="1800" b="1" spc="-3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MATE</a:t>
                      </a:r>
                    </a:p>
                    <a:p>
                      <a:pPr marL="0" indent="546607">
                        <a:lnSpc>
                          <a:spcPct val="103750"/>
                        </a:lnSpc>
                      </a:pPr>
                      <a:r>
                        <a:rPr lang="en-US" altLang="zh-CN" sz="1250" b="1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(H</a:t>
                      </a:r>
                      <a:r>
                        <a:rPr lang="en-US" altLang="zh-CN" sz="1250" b="1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ours)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0"/>
                        </a:lnSpc>
                      </a:pPr>
                      <a:endParaRPr lang="en-US" dirty="0" smtClean="0"/>
                    </a:p>
                    <a:p>
                      <a:pPr marL="0" indent="507238">
                        <a:lnSpc>
                          <a:spcPct val="101666"/>
                        </a:lnSpc>
                      </a:pPr>
                      <a:r>
                        <a:rPr lang="en-US" altLang="zh-CN" sz="1800" b="1" spc="-7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</a:t>
                      </a:r>
                      <a:r>
                        <a:rPr lang="en-US" altLang="zh-CN" sz="1800" b="1" spc="-6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TATUS</a:t>
                      </a:r>
                    </a:p>
                    <a:p>
                      <a:pPr marL="0" indent="496061">
                        <a:lnSpc>
                          <a:spcPct val="98750"/>
                        </a:lnSpc>
                      </a:pPr>
                      <a:r>
                        <a:rPr lang="en-US" altLang="zh-CN" sz="1100" b="1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&lt;Plann</a:t>
                      </a:r>
                      <a:r>
                        <a:rPr lang="en-US" altLang="zh-CN" sz="1100" b="1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ed/In</a:t>
                      </a:r>
                    </a:p>
                    <a:p>
                      <a:pPr marL="0" indent="221488">
                        <a:lnSpc>
                          <a:spcPct val="103750"/>
                        </a:lnSpc>
                      </a:pPr>
                      <a:r>
                        <a:rPr lang="en-US" altLang="zh-CN" sz="1100" b="1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</a:t>
                      </a:r>
                      <a:r>
                        <a:rPr lang="en-US" altLang="zh-CN" sz="1100" b="1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ss/Completed&gt;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2224">
                      <a:solidFill>
                        <a:srgbClr val="4C4FBF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  <a:tr h="914273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80"/>
                        </a:lnSpc>
                      </a:pPr>
                      <a:endParaRPr lang="en-US" dirty="0" smtClean="0"/>
                    </a:p>
                    <a:p>
                      <a:pPr marL="0" indent="743267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40"/>
                        </a:lnSpc>
                      </a:pPr>
                      <a:endParaRPr lang="en-US" dirty="0" smtClean="0"/>
                    </a:p>
                    <a:p>
                      <a:pPr marL="0" indent="249427">
                        <a:lnSpc>
                          <a:spcPct val="103333"/>
                        </a:lnSpc>
                      </a:pPr>
                      <a:r>
                        <a:rPr lang="en-US" altLang="zh-CN" sz="1550" spc="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Appoin</a:t>
                      </a:r>
                      <a:r>
                        <a:rPr lang="en-US" altLang="zh-CN" sz="15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tment</a:t>
                      </a:r>
                    </a:p>
                    <a:p>
                      <a:pPr marL="0" indent="370712">
                        <a:lnSpc>
                          <a:spcPct val="100833"/>
                        </a:lnSpc>
                      </a:pPr>
                      <a:r>
                        <a:rPr lang="en-US" altLang="zh-CN" sz="1550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Booking</a:t>
                      </a:r>
                      <a:r>
                        <a:rPr lang="en-US" altLang="zh-CN" sz="1550" spc="3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550" spc="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&amp;</a:t>
                      </a:r>
                    </a:p>
                    <a:p>
                      <a:pPr marL="0" indent="349122">
                        <a:lnSpc>
                          <a:spcPct val="103333"/>
                        </a:lnSpc>
                      </a:pPr>
                      <a:r>
                        <a:rPr lang="en-US" altLang="zh-CN" sz="1550" spc="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Sc</a:t>
                      </a:r>
                      <a:r>
                        <a:rPr lang="en-US" altLang="zh-CN" sz="15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heduling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80"/>
                        </a:lnSpc>
                      </a:pPr>
                      <a:endParaRPr lang="en-US" dirty="0" smtClean="0"/>
                    </a:p>
                    <a:p>
                      <a:pPr marL="0" indent="586104">
                        <a:lnSpc>
                          <a:spcPct val="101666"/>
                        </a:lnSpc>
                      </a:pPr>
                      <a:r>
                        <a:rPr lang="en-US" altLang="zh-CN" sz="1800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Hi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80"/>
                        </a:lnSpc>
                      </a:pPr>
                      <a:endParaRPr lang="en-US" dirty="0" smtClean="0"/>
                    </a:p>
                    <a:p>
                      <a:pPr marL="0" indent="684021">
                        <a:lnSpc>
                          <a:spcPct val="101666"/>
                        </a:lnSpc>
                      </a:pPr>
                      <a:r>
                        <a:rPr lang="en-US" altLang="zh-CN" sz="1800" spc="-6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80"/>
                        </a:lnSpc>
                      </a:pPr>
                      <a:endParaRPr lang="en-US" dirty="0" smtClean="0"/>
                    </a:p>
                    <a:p>
                      <a:pPr marL="0" indent="235458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spc="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2224">
                      <a:solidFill>
                        <a:srgbClr val="4C4FBF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89"/>
                        </a:lnSpc>
                      </a:pPr>
                      <a:endParaRPr lang="en-US" dirty="0" smtClean="0"/>
                    </a:p>
                    <a:p>
                      <a:pPr marL="0" indent="743267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44"/>
                        </a:lnSpc>
                      </a:pPr>
                      <a:endParaRPr lang="en-US" dirty="0" smtClean="0"/>
                    </a:p>
                    <a:p>
                      <a:pPr marL="0" indent="527176">
                        <a:lnSpc>
                          <a:spcPct val="103333"/>
                        </a:lnSpc>
                      </a:pPr>
                      <a:r>
                        <a:rPr lang="en-US" altLang="zh-CN" sz="155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</a:t>
                      </a:r>
                      <a:r>
                        <a:rPr lang="en-US" altLang="zh-CN" sz="155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dmin</a:t>
                      </a:r>
                    </a:p>
                    <a:p>
                      <a:pPr marL="0" indent="256666">
                        <a:lnSpc>
                          <a:spcPct val="100833"/>
                        </a:lnSpc>
                      </a:pPr>
                      <a:r>
                        <a:rPr lang="en-US" altLang="zh-CN" sz="15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Dashboard</a:t>
                      </a:r>
                      <a:r>
                        <a:rPr lang="en-US" altLang="zh-CN" sz="1550" spc="2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550" spc="4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&amp;</a:t>
                      </a:r>
                    </a:p>
                    <a:p>
                      <a:pPr marL="0" indent="117982">
                        <a:lnSpc>
                          <a:spcPct val="103333"/>
                        </a:lnSpc>
                      </a:pPr>
                      <a:r>
                        <a:rPr lang="en-US" altLang="zh-CN" sz="1550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Data</a:t>
                      </a:r>
                      <a:r>
                        <a:rPr lang="en-US" altLang="zh-CN" sz="1550" spc="5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550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Monitoring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89"/>
                        </a:lnSpc>
                      </a:pPr>
                      <a:endParaRPr lang="en-US" dirty="0" smtClean="0"/>
                    </a:p>
                    <a:p>
                      <a:pPr marL="0" indent="374650">
                        <a:lnSpc>
                          <a:spcPct val="101666"/>
                        </a:lnSpc>
                      </a:pP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MEDI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UM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89"/>
                        </a:lnSpc>
                      </a:pPr>
                      <a:endParaRPr lang="en-US" dirty="0" smtClean="0"/>
                    </a:p>
                    <a:p>
                      <a:pPr marL="0" indent="741806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5"/>
                        </a:lnSpc>
                      </a:pPr>
                      <a:endParaRPr lang="en-US" dirty="0" smtClean="0"/>
                    </a:p>
                    <a:p>
                      <a:pPr marL="0" indent="235458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spc="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2224">
                      <a:solidFill>
                        <a:srgbClr val="4C4FBF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94"/>
                        </a:lnSpc>
                      </a:pPr>
                      <a:endParaRPr lang="en-US" dirty="0" smtClean="0"/>
                    </a:p>
                    <a:p>
                      <a:pPr marL="0" indent="743267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9"/>
                        </a:lnSpc>
                      </a:pPr>
                      <a:endParaRPr lang="en-US" dirty="0" smtClean="0"/>
                    </a:p>
                    <a:p>
                      <a:pPr marL="0" indent="264286">
                        <a:lnSpc>
                          <a:spcPct val="103333"/>
                        </a:lnSpc>
                      </a:pPr>
                      <a:r>
                        <a:rPr lang="en-US" altLang="zh-CN" sz="15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Perf</a:t>
                      </a:r>
                      <a:r>
                        <a:rPr lang="en-US" altLang="zh-CN" sz="1550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ormance</a:t>
                      </a:r>
                    </a:p>
                    <a:p>
                      <a:pPr marL="0" indent="389127">
                        <a:lnSpc>
                          <a:spcPct val="100833"/>
                        </a:lnSpc>
                      </a:pPr>
                      <a:r>
                        <a:rPr lang="en-US" altLang="zh-CN" sz="15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Insights</a:t>
                      </a:r>
                      <a:r>
                        <a:rPr lang="en-US" altLang="zh-CN" sz="1550" spc="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550" spc="3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&amp;</a:t>
                      </a:r>
                    </a:p>
                    <a:p>
                      <a:pPr marL="0" indent="390651">
                        <a:lnSpc>
                          <a:spcPct val="103333"/>
                        </a:lnSpc>
                      </a:pPr>
                      <a:r>
                        <a:rPr lang="en-US" altLang="zh-CN" sz="15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Re</a:t>
                      </a:r>
                      <a:r>
                        <a:rPr lang="en-US" altLang="zh-CN" sz="1550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porting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94"/>
                        </a:lnSpc>
                      </a:pPr>
                      <a:endParaRPr lang="en-US" dirty="0" smtClean="0"/>
                    </a:p>
                    <a:p>
                      <a:pPr marL="0" indent="374650">
                        <a:lnSpc>
                          <a:spcPct val="101666"/>
                        </a:lnSpc>
                      </a:pP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MEDI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UM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394"/>
                        </a:lnSpc>
                      </a:pPr>
                      <a:endParaRPr lang="en-US" dirty="0" smtClean="0"/>
                    </a:p>
                    <a:p>
                      <a:pPr marL="0" indent="741806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14"/>
                        </a:lnSpc>
                      </a:pPr>
                      <a:endParaRPr lang="en-US" dirty="0" smtClean="0"/>
                    </a:p>
                    <a:p>
                      <a:pPr marL="0" indent="235458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spc="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2224">
                      <a:solidFill>
                        <a:srgbClr val="4C4FBF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  <a:tr h="914399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405"/>
                        </a:lnSpc>
                      </a:pPr>
                      <a:endParaRPr lang="en-US" dirty="0" smtClean="0"/>
                    </a:p>
                    <a:p>
                      <a:pPr marL="0" indent="743267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65"/>
                        </a:lnSpc>
                      </a:pPr>
                      <a:endParaRPr lang="en-US" dirty="0" smtClean="0"/>
                    </a:p>
                    <a:p>
                      <a:pPr marL="0" indent="517397">
                        <a:lnSpc>
                          <a:spcPct val="103333"/>
                        </a:lnSpc>
                      </a:pPr>
                      <a:r>
                        <a:rPr lang="en-US" altLang="zh-CN" sz="1550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Se</a:t>
                      </a:r>
                      <a:r>
                        <a:rPr lang="en-US" altLang="zh-CN" sz="15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cure</a:t>
                      </a:r>
                    </a:p>
                    <a:p>
                      <a:pPr marL="0" indent="90677">
                        <a:lnSpc>
                          <a:spcPct val="100833"/>
                        </a:lnSpc>
                      </a:pPr>
                      <a:r>
                        <a:rPr lang="en-US" altLang="zh-CN" sz="15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Authentication</a:t>
                      </a:r>
                      <a:r>
                        <a:rPr lang="en-US" altLang="zh-CN" sz="1550" spc="2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550" spc="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&amp;</a:t>
                      </a:r>
                    </a:p>
                    <a:p>
                      <a:pPr marL="0" indent="242442">
                        <a:lnSpc>
                          <a:spcPct val="103333"/>
                        </a:lnSpc>
                      </a:pPr>
                      <a:r>
                        <a:rPr lang="en-US" altLang="zh-CN" sz="1550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Privacy</a:t>
                      </a:r>
                      <a:r>
                        <a:rPr lang="en-US" altLang="zh-CN" sz="1550" spc="-1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550" spc="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Setup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405"/>
                        </a:lnSpc>
                      </a:pPr>
                      <a:endParaRPr lang="en-US" dirty="0" smtClean="0"/>
                    </a:p>
                    <a:p>
                      <a:pPr marL="0" indent="586104">
                        <a:lnSpc>
                          <a:spcPct val="101666"/>
                        </a:lnSpc>
                      </a:pPr>
                      <a:r>
                        <a:rPr lang="en-US" altLang="zh-CN" sz="1800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Hi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405"/>
                        </a:lnSpc>
                      </a:pPr>
                      <a:endParaRPr lang="en-US" dirty="0" smtClean="0"/>
                    </a:p>
                    <a:p>
                      <a:pPr marL="0" indent="741806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25"/>
                        </a:lnSpc>
                      </a:pPr>
                      <a:endParaRPr lang="en-US" dirty="0" smtClean="0"/>
                    </a:p>
                    <a:p>
                      <a:pPr marL="0" indent="235458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spc="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2224">
                      <a:solidFill>
                        <a:srgbClr val="4C4FBF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  <a:tr h="608330">
                <a:tc>
                  <a:txBody>
                    <a:bodyPr/>
                    <a:lstStyle/>
                    <a:p>
                      <a:pPr>
                        <a:lnSpc>
                          <a:spcPts val="1695"/>
                        </a:lnSpc>
                      </a:pPr>
                      <a:endParaRPr lang="en-US" dirty="0" smtClean="0"/>
                    </a:p>
                    <a:p>
                      <a:pPr marL="0" indent="685164">
                        <a:lnSpc>
                          <a:spcPct val="101666"/>
                        </a:lnSpc>
                      </a:pPr>
                      <a:r>
                        <a:rPr lang="en-US" altLang="zh-CN" sz="1800" spc="-6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  <a:endParaRPr lang="en-US" dirty="0" smtClean="0"/>
                    </a:p>
                    <a:p>
                      <a:pPr marL="0" indent="271652">
                        <a:lnSpc>
                          <a:spcPct val="103333"/>
                        </a:lnSpc>
                      </a:pPr>
                      <a:r>
                        <a:rPr lang="en-US" altLang="zh-CN" sz="1550" spc="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Notifi</a:t>
                      </a:r>
                      <a:r>
                        <a:rPr lang="en-US" altLang="zh-CN" sz="1550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cations</a:t>
                      </a:r>
                    </a:p>
                    <a:p>
                      <a:pPr marL="0" indent="289686">
                        <a:lnSpc>
                          <a:spcPct val="99166"/>
                        </a:lnSpc>
                      </a:pPr>
                      <a:r>
                        <a:rPr lang="en-US" altLang="zh-CN" sz="1550" spc="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(E</a:t>
                      </a:r>
                      <a:r>
                        <a:rPr lang="en-US" altLang="zh-CN" sz="15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mail/SMS)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95"/>
                        </a:lnSpc>
                      </a:pPr>
                      <a:endParaRPr lang="en-US" dirty="0" smtClean="0"/>
                    </a:p>
                    <a:p>
                      <a:pPr marL="0" indent="374650">
                        <a:lnSpc>
                          <a:spcPct val="101666"/>
                        </a:lnSpc>
                      </a:pP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MEDI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UM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95"/>
                        </a:lnSpc>
                      </a:pPr>
                      <a:endParaRPr lang="en-US" dirty="0" smtClean="0"/>
                    </a:p>
                    <a:p>
                      <a:pPr marL="0" indent="741806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15"/>
                        </a:lnSpc>
                      </a:pPr>
                      <a:endParaRPr lang="en-US" dirty="0" smtClean="0"/>
                    </a:p>
                    <a:p>
                      <a:pPr marL="0" indent="235458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spc="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2224">
                      <a:solidFill>
                        <a:srgbClr val="4C4FBF"/>
                      </a:solidFill>
                      <a:prstDash val="solid"/>
                    </a:lnT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  <a:tr h="1421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2224">
                      <a:solidFill>
                        <a:srgbClr val="4C4FBF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2224">
                      <a:solidFill>
                        <a:srgbClr val="4C4FBF"/>
                      </a:solidFill>
                      <a:prstDash val="sysDash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3" name="Freeform 158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Freeform 159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extBox 160"/>
          <p:cNvSpPr txBox="1"/>
          <p:nvPr/>
        </p:nvSpPr>
        <p:spPr>
          <a:xfrm>
            <a:off x="549275" y="503496"/>
            <a:ext cx="3461997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54" dirty="0">
                <a:solidFill>
                  <a:srgbClr val="BF4F4C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3000" spc="23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60" dirty="0">
                <a:solidFill>
                  <a:srgbClr val="BF4F4C"/>
                </a:solidFill>
                <a:latin typeface="Times New Roman"/>
                <a:ea typeface="Times New Roman"/>
              </a:rPr>
              <a:t>STORY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19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03250" y="1985010"/>
          <a:ext cx="8255000" cy="290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3750"/>
                <a:gridCol w="2057400"/>
                <a:gridCol w="2057400"/>
                <a:gridCol w="2076450"/>
              </a:tblGrid>
              <a:tr h="377190">
                <a:tc>
                  <a:txBody>
                    <a:bodyPr/>
                    <a:lstStyle/>
                    <a:p>
                      <a:pPr marL="0" indent="402589">
                        <a:lnSpc>
                          <a:spcPct val="101666"/>
                        </a:lnSpc>
                        <a:spcBef>
                          <a:spcPts val="265"/>
                        </a:spcBef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User</a:t>
                      </a:r>
                      <a:r>
                        <a:rPr lang="en-US" altLang="zh-CN" sz="1800" b="1" spc="-8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Story</a:t>
                      </a:r>
                      <a:r>
                        <a:rPr lang="en-US" altLang="zh-CN" sz="1800" b="1" spc="-8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86435">
                        <a:lnSpc>
                          <a:spcPct val="101666"/>
                        </a:lnSpc>
                        <a:spcBef>
                          <a:spcPts val="265"/>
                        </a:spcBef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As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type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of</a:t>
                      </a:r>
                      <a:r>
                        <a:rPr lang="en-US" altLang="zh-CN" sz="1800" b="1" spc="-94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User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46075">
                        <a:lnSpc>
                          <a:spcPct val="101666"/>
                        </a:lnSpc>
                        <a:spcBef>
                          <a:spcPts val="265"/>
                        </a:spcBef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</a:t>
                      </a:r>
                      <a:r>
                        <a:rPr lang="en-US" altLang="zh-CN" sz="1800" b="1" spc="-7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want</a:t>
                      </a:r>
                      <a:r>
                        <a:rPr lang="en-US" altLang="zh-CN" sz="1800" b="1" spc="-8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5725">
                        <a:lnSpc>
                          <a:spcPct val="101666"/>
                        </a:lnSpc>
                        <a:spcBef>
                          <a:spcPts val="265"/>
                        </a:spcBef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So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that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</a:t>
                      </a:r>
                      <a:r>
                        <a:rPr lang="en-US" altLang="zh-CN" sz="1800" b="1" spc="-114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can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966088">
                        <a:lnSpc>
                          <a:spcPct val="101666"/>
                        </a:lnSpc>
                        <a:spcBef>
                          <a:spcPts val="220"/>
                        </a:spcBef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76604">
                        <a:lnSpc>
                          <a:spcPct val="101666"/>
                        </a:lnSpc>
                        <a:spcBef>
                          <a:spcPts val="220"/>
                        </a:spcBef>
                      </a:pPr>
                      <a:r>
                        <a:rPr lang="en-US" altLang="zh-CN" sz="1800" spc="-3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</a:t>
                      </a: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89940">
                        <a:lnSpc>
                          <a:spcPct val="101666"/>
                        </a:lnSpc>
                        <a:spcBef>
                          <a:spcPts val="220"/>
                        </a:spcBef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Register</a:t>
                      </a:r>
                      <a:r>
                        <a:rPr lang="en-US" altLang="zh-CN" sz="1800" spc="-8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&amp;</a:t>
                      </a:r>
                      <a:r>
                        <a:rPr lang="en-US" altLang="zh-CN" sz="1800" spc="-8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login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hangingPunct="0">
                        <a:lnSpc>
                          <a:spcPct val="96666"/>
                        </a:lnSpc>
                        <a:spcBef>
                          <a:spcPts val="259"/>
                        </a:spcBef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Securely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access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health</a:t>
                      </a:r>
                      <a:r>
                        <a:rPr lang="en-US" altLang="zh-CN" sz="1100" spc="-3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care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servic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es.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966088">
                        <a:lnSpc>
                          <a:spcPct val="101666"/>
                        </a:lnSpc>
                        <a:spcBef>
                          <a:spcPts val="225"/>
                        </a:spcBef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76604">
                        <a:lnSpc>
                          <a:spcPct val="101666"/>
                        </a:lnSpc>
                        <a:spcBef>
                          <a:spcPts val="225"/>
                        </a:spcBef>
                      </a:pPr>
                      <a:r>
                        <a:rPr lang="en-US" altLang="zh-CN" sz="1800" spc="-3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</a:t>
                      </a: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59715">
                        <a:lnSpc>
                          <a:spcPct val="101666"/>
                        </a:lnSpc>
                        <a:spcBef>
                          <a:spcPts val="225"/>
                        </a:spcBef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Enter</a:t>
                      </a:r>
                      <a:r>
                        <a:rPr lang="en-US" altLang="zh-CN" sz="1800" spc="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Symptoms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hangingPunct="0">
                        <a:lnSpc>
                          <a:spcPct val="96666"/>
                        </a:lnSpc>
                        <a:spcBef>
                          <a:spcPts val="265"/>
                        </a:spcBef>
                      </a:pP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Get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possible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dissease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pre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dictions.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966088">
                        <a:lnSpc>
                          <a:spcPct val="101666"/>
                        </a:lnSpc>
                        <a:spcBef>
                          <a:spcPts val="229"/>
                        </a:spcBef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76604">
                        <a:lnSpc>
                          <a:spcPct val="101666"/>
                        </a:lnSpc>
                        <a:spcBef>
                          <a:spcPts val="229"/>
                        </a:spcBef>
                      </a:pPr>
                      <a:r>
                        <a:rPr lang="en-US" altLang="zh-CN" sz="1800" spc="-3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</a:t>
                      </a: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indent="165734" hangingPunct="0">
                        <a:lnSpc>
                          <a:spcPct val="100416"/>
                        </a:lnSpc>
                        <a:spcBef>
                          <a:spcPts val="229"/>
                        </a:spcBef>
                      </a:pPr>
                      <a:r>
                        <a:rPr lang="en-US" altLang="zh-CN" sz="1800" spc="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View</a:t>
                      </a:r>
                      <a:r>
                        <a:rPr lang="en-US" altLang="zh-CN" sz="1800" spc="-139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specialist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recom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mendations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hangingPunct="0">
                        <a:lnSpc>
                          <a:spcPct val="96666"/>
                        </a:lnSpc>
                        <a:spcBef>
                          <a:spcPts val="275"/>
                        </a:spcBef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Find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the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right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doctor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for</a:t>
                      </a:r>
                      <a:r>
                        <a:rPr lang="en-US" altLang="zh-CN" sz="1100" spc="-3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my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condition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0" indent="966088">
                        <a:lnSpc>
                          <a:spcPct val="101666"/>
                        </a:lnSpc>
                        <a:spcBef>
                          <a:spcPts val="234"/>
                        </a:spcBef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76604">
                        <a:lnSpc>
                          <a:spcPct val="101666"/>
                        </a:lnSpc>
                        <a:spcBef>
                          <a:spcPts val="234"/>
                        </a:spcBef>
                      </a:pPr>
                      <a:r>
                        <a:rPr lang="en-US" altLang="zh-CN" sz="1800" spc="-3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</a:t>
                      </a: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11125">
                        <a:lnSpc>
                          <a:spcPct val="101666"/>
                        </a:lnSpc>
                        <a:spcBef>
                          <a:spcPts val="234"/>
                        </a:spcBef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Book</a:t>
                      </a:r>
                      <a:r>
                        <a:rPr lang="en-US" altLang="zh-CN" sz="1800" spc="4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appointments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5725">
                        <a:lnSpc>
                          <a:spcPct val="103750"/>
                        </a:lnSpc>
                        <a:spcBef>
                          <a:spcPts val="279"/>
                        </a:spcBef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Schedule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</a:t>
                      </a:r>
                      <a:r>
                        <a:rPr lang="en-US" altLang="zh-CN" sz="1100" spc="-3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consultation</a:t>
                      </a:r>
                      <a:r>
                        <a:rPr lang="en-US" altLang="zh-CN" sz="1100" spc="-3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easily.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9129">
                <a:tc>
                  <a:txBody>
                    <a:bodyPr/>
                    <a:lstStyle/>
                    <a:p>
                      <a:pPr marL="0" indent="966088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76604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en-US" altLang="zh-CN" sz="1800" spc="-3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</a:t>
                      </a: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402335">
                        <a:lnSpc>
                          <a:spcPct val="100416"/>
                        </a:lnSpc>
                        <a:spcBef>
                          <a:spcPts val="240"/>
                        </a:spcBef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View</a:t>
                      </a:r>
                      <a:r>
                        <a:rPr lang="en-US" altLang="zh-CN" sz="1800" spc="3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medical</a:t>
                      </a:r>
                    </a:p>
                    <a:p>
                      <a:pPr marL="0" indent="702690">
                        <a:lnSpc>
                          <a:spcPct val="101666"/>
                        </a:lnSpc>
                      </a:pP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istory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hangingPunct="0">
                        <a:lnSpc>
                          <a:spcPct val="96666"/>
                        </a:lnSpc>
                        <a:spcBef>
                          <a:spcPts val="279"/>
                        </a:spcBef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Track</a:t>
                      </a:r>
                      <a:r>
                        <a:rPr lang="en-US" altLang="zh-CN" sz="1100" spc="-6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past</a:t>
                      </a:r>
                      <a:r>
                        <a:rPr lang="en-US" altLang="zh-CN" sz="1100" spc="-6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consultations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&amp;prescriptio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ns.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3" name="Freeform 166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Freeform 167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TextBox 168"/>
          <p:cNvSpPr txBox="1"/>
          <p:nvPr/>
        </p:nvSpPr>
        <p:spPr>
          <a:xfrm>
            <a:off x="549275" y="503496"/>
            <a:ext cx="3461997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54" dirty="0">
                <a:solidFill>
                  <a:srgbClr val="BF4F4C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3000" spc="23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60" dirty="0">
                <a:solidFill>
                  <a:srgbClr val="BF4F4C"/>
                </a:solidFill>
                <a:latin typeface="Times New Roman"/>
                <a:ea typeface="Times New Roman"/>
              </a:rPr>
              <a:t>STORY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87197" y="1441450"/>
          <a:ext cx="8254974" cy="3591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3724"/>
                <a:gridCol w="2057399"/>
                <a:gridCol w="2057400"/>
                <a:gridCol w="2076450"/>
              </a:tblGrid>
              <a:tr h="372109">
                <a:tc>
                  <a:txBody>
                    <a:bodyPr/>
                    <a:lstStyle/>
                    <a:p>
                      <a:pPr marL="0" indent="402437">
                        <a:lnSpc>
                          <a:spcPct val="101666"/>
                        </a:lnSpc>
                        <a:spcBef>
                          <a:spcPts val="259"/>
                        </a:spcBef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User</a:t>
                      </a:r>
                      <a:r>
                        <a:rPr lang="en-US" altLang="zh-CN" sz="1800" b="1" spc="-8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Story</a:t>
                      </a:r>
                      <a:r>
                        <a:rPr lang="en-US" altLang="zh-CN" sz="1800" b="1" spc="-8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68732">
                        <a:lnSpc>
                          <a:spcPct val="101666"/>
                        </a:lnSpc>
                        <a:spcBef>
                          <a:spcPts val="259"/>
                        </a:spcBef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As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type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of</a:t>
                      </a:r>
                      <a:r>
                        <a:rPr lang="en-US" altLang="zh-CN" sz="1800" b="1" spc="-114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User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30504">
                        <a:lnSpc>
                          <a:spcPct val="101666"/>
                        </a:lnSpc>
                        <a:spcBef>
                          <a:spcPts val="259"/>
                        </a:spcBef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</a:t>
                      </a:r>
                      <a:r>
                        <a:rPr lang="en-US" altLang="zh-CN" sz="1800" b="1" spc="-69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want</a:t>
                      </a:r>
                      <a:r>
                        <a:rPr lang="en-US" altLang="zh-CN" sz="1800" b="1" spc="-8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441833">
                        <a:lnSpc>
                          <a:spcPct val="101666"/>
                        </a:lnSpc>
                        <a:spcBef>
                          <a:spcPts val="259"/>
                        </a:spcBef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So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that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</a:t>
                      </a:r>
                      <a:r>
                        <a:rPr lang="en-US" altLang="zh-CN" sz="1800" b="1" spc="-114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can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965936">
                        <a:lnSpc>
                          <a:spcPct val="101666"/>
                        </a:lnSpc>
                        <a:spcBef>
                          <a:spcPts val="215"/>
                        </a:spcBef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76477">
                        <a:lnSpc>
                          <a:spcPct val="101666"/>
                        </a:lnSpc>
                        <a:spcBef>
                          <a:spcPts val="215"/>
                        </a:spcBef>
                      </a:pPr>
                      <a:r>
                        <a:rPr lang="en-US" altLang="zh-CN" sz="1800" spc="-3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</a:t>
                      </a: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74904">
                        <a:lnSpc>
                          <a:spcPct val="100416"/>
                        </a:lnSpc>
                        <a:spcBef>
                          <a:spcPts val="215"/>
                        </a:spcBef>
                      </a:pP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Rate</a:t>
                      </a:r>
                      <a:r>
                        <a:rPr lang="en-US" altLang="zh-CN" sz="1800" spc="3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&amp;Review</a:t>
                      </a:r>
                    </a:p>
                    <a:p>
                      <a:pPr marL="0" indent="633857">
                        <a:lnSpc>
                          <a:spcPct val="101666"/>
                        </a:lnSpc>
                      </a:pP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Docto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rs.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84022">
                        <a:lnSpc>
                          <a:spcPct val="103750"/>
                        </a:lnSpc>
                        <a:spcBef>
                          <a:spcPts val="259"/>
                        </a:spcBef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Share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feedback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&amp;help</a:t>
                      </a:r>
                      <a:r>
                        <a:rPr lang="en-US" altLang="zh-CN" sz="1100" spc="-5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others.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marL="0" indent="965936">
                        <a:lnSpc>
                          <a:spcPct val="101666"/>
                        </a:lnSpc>
                        <a:spcBef>
                          <a:spcPts val="220"/>
                        </a:spcBef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82879">
                        <a:lnSpc>
                          <a:spcPct val="101666"/>
                        </a:lnSpc>
                        <a:spcBef>
                          <a:spcPts val="220"/>
                        </a:spcBef>
                      </a:pPr>
                      <a:r>
                        <a:rPr lang="en-US" altLang="zh-CN" sz="1800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ADM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03454">
                        <a:lnSpc>
                          <a:spcPct val="100416"/>
                        </a:lnSpc>
                        <a:spcBef>
                          <a:spcPts val="220"/>
                        </a:spcBef>
                      </a:pP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Manage</a:t>
                      </a:r>
                      <a:r>
                        <a:rPr lang="en-US" altLang="zh-CN" sz="1800" spc="6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hospitals</a:t>
                      </a:r>
                    </a:p>
                    <a:p>
                      <a:pPr marL="0" indent="566674">
                        <a:lnSpc>
                          <a:spcPct val="101666"/>
                        </a:lnSpc>
                      </a:pP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&amp;doct</a:t>
                      </a: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ors.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9661">
                        <a:lnSpc>
                          <a:spcPct val="104166"/>
                        </a:lnSpc>
                        <a:spcBef>
                          <a:spcPts val="259"/>
                        </a:spcBef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Keep</a:t>
                      </a:r>
                      <a:r>
                        <a:rPr lang="en-US" altLang="zh-CN" sz="1100" spc="-3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records</a:t>
                      </a:r>
                      <a:r>
                        <a:rPr lang="en-US" altLang="zh-CN" sz="1100" spc="-34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updated</a:t>
                      </a:r>
                      <a:r>
                        <a:rPr lang="en-US" altLang="zh-CN" sz="1100" spc="-4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&amp;accurate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965936">
                        <a:lnSpc>
                          <a:spcPct val="101666"/>
                        </a:lnSpc>
                        <a:spcBef>
                          <a:spcPts val="229"/>
                        </a:spcBef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82879">
                        <a:lnSpc>
                          <a:spcPct val="101666"/>
                        </a:lnSpc>
                        <a:spcBef>
                          <a:spcPts val="229"/>
                        </a:spcBef>
                      </a:pPr>
                      <a:r>
                        <a:rPr lang="en-US" altLang="zh-CN" sz="1800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ADM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91973">
                        <a:lnSpc>
                          <a:spcPct val="100416"/>
                        </a:lnSpc>
                        <a:spcBef>
                          <a:spcPts val="229"/>
                        </a:spcBef>
                      </a:pP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Monitor</a:t>
                      </a:r>
                      <a:r>
                        <a:rPr lang="en-US" altLang="zh-CN" sz="1800" spc="1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system</a:t>
                      </a:r>
                    </a:p>
                    <a:p>
                      <a:pPr marL="0" indent="723138">
                        <a:lnSpc>
                          <a:spcPct val="101666"/>
                        </a:lnSpc>
                      </a:pP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usa</a:t>
                      </a: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ge.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40461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Ensure</a:t>
                      </a:r>
                      <a:r>
                        <a:rPr lang="en-US" altLang="zh-CN" sz="1100" spc="-44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smooth</a:t>
                      </a:r>
                      <a:r>
                        <a:rPr lang="en-US" altLang="zh-CN" sz="1100" spc="-44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performance</a:t>
                      </a:r>
                      <a:r>
                        <a:rPr lang="en-US" altLang="zh-CN" sz="1100" spc="-5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of</a:t>
                      </a:r>
                    </a:p>
                    <a:p>
                      <a:pPr marL="0" indent="648843">
                        <a:lnSpc>
                          <a:spcPct val="104166"/>
                        </a:lnSpc>
                      </a:pP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the</a:t>
                      </a:r>
                      <a:r>
                        <a:rPr lang="en-US" altLang="zh-CN" sz="1100" spc="-5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platform.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marL="0" indent="965936">
                        <a:lnSpc>
                          <a:spcPct val="101666"/>
                        </a:lnSpc>
                        <a:spcBef>
                          <a:spcPts val="234"/>
                        </a:spcBef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3199">
                        <a:lnSpc>
                          <a:spcPct val="101666"/>
                        </a:lnSpc>
                        <a:spcBef>
                          <a:spcPts val="234"/>
                        </a:spcBef>
                      </a:pP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Doct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432689">
                        <a:lnSpc>
                          <a:spcPct val="100833"/>
                        </a:lnSpc>
                        <a:spcBef>
                          <a:spcPts val="234"/>
                        </a:spcBef>
                      </a:pP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View</a:t>
                      </a:r>
                      <a:r>
                        <a:rPr lang="en-US" altLang="zh-CN" sz="1800" spc="2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patient</a:t>
                      </a:r>
                    </a:p>
                    <a:p>
                      <a:pPr marL="0" indent="343154">
                        <a:lnSpc>
                          <a:spcPct val="101666"/>
                        </a:lnSpc>
                      </a:pP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appointm</a:t>
                      </a: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ents.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405003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Prepare</a:t>
                      </a:r>
                      <a:r>
                        <a:rPr lang="en-US" altLang="zh-CN" sz="1100" spc="-5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for</a:t>
                      </a:r>
                      <a:r>
                        <a:rPr lang="en-US" altLang="zh-CN" sz="1100" spc="-6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upcoming</a:t>
                      </a:r>
                    </a:p>
                    <a:p>
                      <a:pPr marL="0" indent="629158">
                        <a:lnSpc>
                          <a:spcPct val="103750"/>
                        </a:lnSpc>
                      </a:pP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consulta</a:t>
                      </a:r>
                      <a:r>
                        <a:rPr lang="en-US" altLang="zh-CN" sz="11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tions.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9129">
                <a:tc>
                  <a:txBody>
                    <a:bodyPr/>
                    <a:lstStyle/>
                    <a:p>
                      <a:pPr marL="0" indent="907897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en-US" altLang="zh-CN" sz="1800" spc="-6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3199">
                        <a:lnSpc>
                          <a:spcPct val="101666"/>
                        </a:lnSpc>
                        <a:spcBef>
                          <a:spcPts val="240"/>
                        </a:spcBef>
                      </a:pPr>
                      <a:r>
                        <a:rPr lang="en-US" altLang="zh-CN" sz="18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Doct</a:t>
                      </a: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86562">
                        <a:lnSpc>
                          <a:spcPct val="100416"/>
                        </a:lnSpc>
                        <a:spcBef>
                          <a:spcPts val="240"/>
                        </a:spcBef>
                      </a:pPr>
                      <a:r>
                        <a:rPr lang="en-US" altLang="zh-CN" sz="18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Upl</a:t>
                      </a: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oad</a:t>
                      </a:r>
                    </a:p>
                    <a:p>
                      <a:pPr marL="0" indent="435229">
                        <a:lnSpc>
                          <a:spcPct val="101666"/>
                        </a:lnSpc>
                      </a:pP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Prescr</a:t>
                      </a: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iption.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44271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Provide</a:t>
                      </a:r>
                      <a:r>
                        <a:rPr lang="en-US" altLang="zh-CN" sz="1100" spc="-5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patients</a:t>
                      </a:r>
                      <a:r>
                        <a:rPr lang="en-US" altLang="zh-CN" sz="1100" spc="-5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with</a:t>
                      </a:r>
                      <a:r>
                        <a:rPr lang="en-US" altLang="zh-CN" sz="1100" spc="-6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medicine</a:t>
                      </a:r>
                    </a:p>
                    <a:p>
                      <a:pPr marL="0" indent="819658">
                        <a:lnSpc>
                          <a:spcPct val="103750"/>
                        </a:lnSpc>
                      </a:pPr>
                      <a:r>
                        <a:rPr lang="en-US" altLang="zh-CN" sz="11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</a:t>
                      </a:r>
                      <a:r>
                        <a:rPr lang="en-US" altLang="zh-CN" sz="11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etails.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1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3" name="Freeform 174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TextBox 175"/>
          <p:cNvSpPr txBox="1"/>
          <p:nvPr/>
        </p:nvSpPr>
        <p:spPr>
          <a:xfrm>
            <a:off x="549275" y="503496"/>
            <a:ext cx="3461997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64" dirty="0">
                <a:solidFill>
                  <a:srgbClr val="BF4F4C"/>
                </a:solidFill>
                <a:latin typeface="Times New Roman"/>
                <a:ea typeface="Times New Roman"/>
              </a:rPr>
              <a:t>PROJECT</a:t>
            </a:r>
            <a:r>
              <a:rPr lang="en-US" altLang="zh-CN" sz="3000" spc="23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79" dirty="0">
                <a:solidFill>
                  <a:srgbClr val="BF4F4C"/>
                </a:solidFill>
                <a:latin typeface="Times New Roman"/>
                <a:ea typeface="Times New Roman"/>
              </a:rPr>
              <a:t>PLAN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21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7200" y="1212850"/>
          <a:ext cx="8251825" cy="4933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3570"/>
                <a:gridCol w="1358519"/>
                <a:gridCol w="1358392"/>
                <a:gridCol w="1358519"/>
                <a:gridCol w="1358518"/>
                <a:gridCol w="1358392"/>
                <a:gridCol w="65913"/>
              </a:tblGrid>
              <a:tr h="862838"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endParaRPr lang="en-US" dirty="0" smtClean="0"/>
                    </a:p>
                    <a:p>
                      <a:pPr marL="0" indent="504507">
                        <a:lnSpc>
                          <a:spcPct val="100416"/>
                        </a:lnSpc>
                      </a:pPr>
                      <a:r>
                        <a:rPr lang="en-US" altLang="zh-CN" sz="1800" b="1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</a:t>
                      </a:r>
                      <a:r>
                        <a:rPr lang="en-US" altLang="zh-CN" sz="1800" b="1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er</a:t>
                      </a:r>
                    </a:p>
                    <a:p>
                      <a:pPr marL="0" indent="370839">
                        <a:lnSpc>
                          <a:spcPct val="101666"/>
                        </a:lnSpc>
                      </a:pPr>
                      <a:r>
                        <a:rPr lang="en-US" altLang="zh-CN" sz="1800" b="1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toryID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189"/>
                        </a:lnSpc>
                      </a:pPr>
                      <a:endParaRPr lang="en-US" dirty="0" smtClean="0"/>
                    </a:p>
                    <a:p>
                      <a:pPr marL="0" indent="156464">
                        <a:lnSpc>
                          <a:spcPct val="101666"/>
                        </a:lnSpc>
                      </a:pPr>
                      <a:r>
                        <a:rPr lang="en-US" altLang="zh-CN" sz="1800" b="1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Task</a:t>
                      </a:r>
                      <a:r>
                        <a:rPr lang="en-US" altLang="zh-CN" sz="1800" b="1" spc="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Name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189"/>
                        </a:lnSpc>
                      </a:pPr>
                      <a:endParaRPr lang="en-US" dirty="0" smtClean="0"/>
                    </a:p>
                    <a:p>
                      <a:pPr marL="0" indent="191769">
                        <a:lnSpc>
                          <a:spcPct val="101666"/>
                        </a:lnSpc>
                      </a:pPr>
                      <a:r>
                        <a:rPr lang="en-US" altLang="zh-CN" sz="1800" b="1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Start</a:t>
                      </a:r>
                      <a:r>
                        <a:rPr lang="en-US" altLang="zh-CN" sz="1800" b="1" spc="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Date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189"/>
                        </a:lnSpc>
                      </a:pPr>
                      <a:endParaRPr lang="en-US" dirty="0" smtClean="0"/>
                    </a:p>
                    <a:p>
                      <a:pPr marL="0" indent="244728">
                        <a:lnSpc>
                          <a:spcPct val="101666"/>
                        </a:lnSpc>
                      </a:pPr>
                      <a:r>
                        <a:rPr lang="en-US" altLang="zh-CN" sz="18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End</a:t>
                      </a:r>
                      <a:r>
                        <a:rPr lang="en-US" altLang="zh-CN" sz="1800" b="1" spc="-3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Date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189"/>
                        </a:lnSpc>
                      </a:pPr>
                      <a:endParaRPr lang="en-US" dirty="0" smtClean="0"/>
                    </a:p>
                    <a:p>
                      <a:pPr marL="0" indent="526669">
                        <a:lnSpc>
                          <a:spcPct val="101666"/>
                        </a:lnSpc>
                      </a:pPr>
                      <a:r>
                        <a:rPr lang="en-US" altLang="zh-CN" sz="1800" b="1" spc="-3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</a:t>
                      </a:r>
                      <a:r>
                        <a:rPr lang="en-US" altLang="zh-CN" sz="18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ys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189"/>
                        </a:lnSpc>
                      </a:pPr>
                      <a:endParaRPr lang="en-US" dirty="0" smtClean="0"/>
                    </a:p>
                    <a:p>
                      <a:pPr marL="0" indent="433070">
                        <a:lnSpc>
                          <a:spcPct val="101666"/>
                        </a:lnSpc>
                      </a:pPr>
                      <a:r>
                        <a:rPr lang="en-US" altLang="zh-CN" sz="18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Stat</a:t>
                      </a:r>
                      <a:r>
                        <a:rPr lang="en-US" altLang="zh-CN" sz="1800" b="1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  <a:tr h="675132">
                <a:tc>
                  <a:txBody>
                    <a:bodyPr/>
                    <a:lstStyle/>
                    <a:p>
                      <a:pPr>
                        <a:lnSpc>
                          <a:spcPts val="1435"/>
                        </a:lnSpc>
                      </a:pPr>
                      <a:endParaRPr lang="en-US" dirty="0" smtClean="0"/>
                    </a:p>
                    <a:p>
                      <a:pPr marL="0" indent="66421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760"/>
                        </a:lnSpc>
                      </a:pPr>
                      <a:endParaRPr lang="en-US" dirty="0" smtClean="0"/>
                    </a:p>
                    <a:p>
                      <a:pPr marL="0" indent="253619">
                        <a:lnSpc>
                          <a:spcPct val="101666"/>
                        </a:lnSpc>
                      </a:pP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SPRINT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35"/>
                        </a:lnSpc>
                      </a:pPr>
                      <a:endParaRPr lang="en-US" dirty="0" smtClean="0"/>
                    </a:p>
                    <a:p>
                      <a:pPr marL="0" indent="117475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06/0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35"/>
                        </a:lnSpc>
                      </a:pPr>
                      <a:endParaRPr lang="en-US" dirty="0" smtClean="0"/>
                    </a:p>
                    <a:p>
                      <a:pPr marL="0" indent="118871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11/0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760"/>
                        </a:lnSpc>
                      </a:pPr>
                      <a:endParaRPr lang="en-US" dirty="0" smtClean="0"/>
                    </a:p>
                    <a:p>
                      <a:pPr marL="0" indent="609854">
                        <a:lnSpc>
                          <a:spcPct val="101666"/>
                        </a:lnSpc>
                      </a:pPr>
                      <a:r>
                        <a:rPr lang="en-US" altLang="zh-CN" sz="1800" spc="-6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35"/>
                        </a:lnSpc>
                      </a:pPr>
                      <a:endParaRPr lang="en-US" dirty="0" smtClean="0"/>
                    </a:p>
                    <a:p>
                      <a:pPr marL="0" indent="16383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  <a:tr h="675005">
                <a:tc>
                  <a:txBody>
                    <a:bodyPr/>
                    <a:lstStyle/>
                    <a:p>
                      <a:pPr>
                        <a:lnSpc>
                          <a:spcPts val="1444"/>
                        </a:lnSpc>
                      </a:pPr>
                      <a:endParaRPr lang="en-US" dirty="0" smtClean="0"/>
                    </a:p>
                    <a:p>
                      <a:pPr marL="0" indent="66421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4"/>
                        </a:lnSpc>
                      </a:pPr>
                      <a:endParaRPr lang="en-US" dirty="0" smtClean="0"/>
                    </a:p>
                    <a:p>
                      <a:pPr marL="0" indent="117475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12/0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4"/>
                        </a:lnSpc>
                      </a:pPr>
                      <a:endParaRPr lang="en-US" dirty="0" smtClean="0"/>
                    </a:p>
                    <a:p>
                      <a:pPr marL="0" indent="118871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22/0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4"/>
                        </a:lnSpc>
                      </a:pPr>
                      <a:endParaRPr lang="en-US" dirty="0" smtClean="0"/>
                    </a:p>
                    <a:p>
                      <a:pPr marL="0" indent="16383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  <a:tr h="675132"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endParaRPr lang="en-US" dirty="0" smtClean="0"/>
                    </a:p>
                    <a:p>
                      <a:pPr marL="0" indent="66421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endParaRPr lang="en-US" dirty="0" smtClean="0"/>
                    </a:p>
                    <a:p>
                      <a:pPr marL="0" indent="117475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23/0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endParaRPr lang="en-US" dirty="0" smtClean="0"/>
                    </a:p>
                    <a:p>
                      <a:pPr marL="0" indent="118871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05/0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9/2022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50"/>
                        </a:lnSpc>
                      </a:pPr>
                      <a:endParaRPr lang="en-US" dirty="0" smtClean="0"/>
                    </a:p>
                    <a:p>
                      <a:pPr marL="0" indent="16383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  <a:tr h="675004">
                <a:tc>
                  <a:txBody>
                    <a:bodyPr/>
                    <a:lstStyle/>
                    <a:p>
                      <a:pPr>
                        <a:lnSpc>
                          <a:spcPts val="1455"/>
                        </a:lnSpc>
                      </a:pPr>
                      <a:endParaRPr lang="en-US" dirty="0" smtClean="0"/>
                    </a:p>
                    <a:p>
                      <a:pPr marL="0" indent="66421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779"/>
                        </a:lnSpc>
                      </a:pPr>
                      <a:endParaRPr lang="en-US" dirty="0" smtClean="0"/>
                    </a:p>
                    <a:p>
                      <a:pPr marL="0" indent="253619">
                        <a:lnSpc>
                          <a:spcPct val="101666"/>
                        </a:lnSpc>
                      </a:pP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SPRINT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55"/>
                        </a:lnSpc>
                      </a:pPr>
                      <a:endParaRPr lang="en-US" dirty="0" smtClean="0"/>
                    </a:p>
                    <a:p>
                      <a:pPr marL="0" indent="117475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06/0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55"/>
                        </a:lnSpc>
                      </a:pPr>
                      <a:endParaRPr lang="en-US" dirty="0" smtClean="0"/>
                    </a:p>
                    <a:p>
                      <a:pPr marL="0" indent="118871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11/0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779"/>
                        </a:lnSpc>
                      </a:pPr>
                      <a:endParaRPr lang="en-US" dirty="0" smtClean="0"/>
                    </a:p>
                    <a:p>
                      <a:pPr marL="0" indent="557529">
                        <a:lnSpc>
                          <a:spcPct val="101666"/>
                        </a:lnSpc>
                      </a:pPr>
                      <a:r>
                        <a:rPr lang="en-US" altLang="zh-CN" sz="1800" spc="-6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17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55"/>
                        </a:lnSpc>
                      </a:pPr>
                      <a:endParaRPr lang="en-US" dirty="0" smtClean="0"/>
                    </a:p>
                    <a:p>
                      <a:pPr marL="0" indent="16383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  <a:tr h="675132">
                <a:tc>
                  <a:txBody>
                    <a:bodyPr/>
                    <a:lstStyle/>
                    <a:p>
                      <a:pPr>
                        <a:lnSpc>
                          <a:spcPts val="1464"/>
                        </a:lnSpc>
                      </a:pPr>
                      <a:endParaRPr lang="en-US" dirty="0" smtClean="0"/>
                    </a:p>
                    <a:p>
                      <a:pPr marL="0" indent="66421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64"/>
                        </a:lnSpc>
                      </a:pPr>
                      <a:endParaRPr lang="en-US" dirty="0" smtClean="0"/>
                    </a:p>
                    <a:p>
                      <a:pPr marL="0" indent="117475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12/0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64"/>
                        </a:lnSpc>
                      </a:pPr>
                      <a:endParaRPr lang="en-US" dirty="0" smtClean="0"/>
                    </a:p>
                    <a:p>
                      <a:pPr marL="0" indent="118871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17/0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64"/>
                        </a:lnSpc>
                      </a:pPr>
                      <a:endParaRPr lang="en-US" dirty="0" smtClean="0"/>
                    </a:p>
                    <a:p>
                      <a:pPr marL="0" indent="16383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  <a:tr h="695705">
                <a:tc>
                  <a:txBody>
                    <a:bodyPr/>
                    <a:lstStyle/>
                    <a:p>
                      <a:pPr>
                        <a:lnSpc>
                          <a:spcPts val="1469"/>
                        </a:lnSpc>
                      </a:pPr>
                      <a:endParaRPr lang="en-US" dirty="0" smtClean="0"/>
                    </a:p>
                    <a:p>
                      <a:pPr marL="0" indent="66421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69"/>
                        </a:lnSpc>
                      </a:pPr>
                      <a:endParaRPr lang="en-US" dirty="0" smtClean="0"/>
                    </a:p>
                    <a:p>
                      <a:pPr marL="0" indent="117475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18/0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69"/>
                        </a:lnSpc>
                      </a:pPr>
                      <a:endParaRPr lang="en-US" dirty="0" smtClean="0"/>
                    </a:p>
                    <a:p>
                      <a:pPr marL="0" indent="118871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22/0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69"/>
                        </a:lnSpc>
                      </a:pPr>
                      <a:endParaRPr lang="en-US" dirty="0" smtClean="0"/>
                    </a:p>
                    <a:p>
                      <a:pPr marL="0" indent="16383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22224">
                      <a:solidFill>
                        <a:srgbClr val="4C4FBF"/>
                      </a:solidFill>
                      <a:prstDash val="sysDash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1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3" name="Freeform 181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Freeform 182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TextBox 183"/>
          <p:cNvSpPr txBox="1"/>
          <p:nvPr/>
        </p:nvSpPr>
        <p:spPr>
          <a:xfrm>
            <a:off x="549275" y="503496"/>
            <a:ext cx="3461997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64" dirty="0">
                <a:solidFill>
                  <a:srgbClr val="BF4F4C"/>
                </a:solidFill>
                <a:latin typeface="Times New Roman"/>
                <a:ea typeface="Times New Roman"/>
              </a:rPr>
              <a:t>PROJECT</a:t>
            </a:r>
            <a:r>
              <a:rPr lang="en-US" altLang="zh-CN" sz="3000" spc="23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79" dirty="0">
                <a:solidFill>
                  <a:srgbClr val="BF4F4C"/>
                </a:solidFill>
                <a:latin typeface="Times New Roman"/>
                <a:ea typeface="Times New Roman"/>
              </a:rPr>
              <a:t>PLAN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22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99338" y="1212850"/>
          <a:ext cx="8162823" cy="4814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1432"/>
                <a:gridCol w="1358519"/>
                <a:gridCol w="1358392"/>
                <a:gridCol w="1358519"/>
                <a:gridCol w="1358518"/>
                <a:gridCol w="1377442"/>
              </a:tblGrid>
              <a:tr h="1110107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85"/>
                        </a:lnSpc>
                      </a:pPr>
                      <a:endParaRPr lang="en-US" dirty="0" smtClean="0"/>
                    </a:p>
                    <a:p>
                      <a:pPr marL="0" indent="449668">
                        <a:lnSpc>
                          <a:spcPct val="100416"/>
                        </a:lnSpc>
                      </a:pPr>
                      <a:r>
                        <a:rPr lang="en-US" altLang="zh-CN" sz="1800" b="1" spc="-3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</a:t>
                      </a:r>
                      <a:r>
                        <a:rPr lang="en-US" altLang="zh-CN" sz="18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er</a:t>
                      </a:r>
                    </a:p>
                    <a:p>
                      <a:pPr marL="0" indent="316001">
                        <a:lnSpc>
                          <a:spcPct val="101666"/>
                        </a:lnSpc>
                      </a:pPr>
                      <a:r>
                        <a:rPr lang="en-US" altLang="zh-CN" sz="1800" b="1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Stor</a:t>
                      </a:r>
                      <a:r>
                        <a:rPr lang="en-US" altLang="zh-CN" sz="1800" b="1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yID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164"/>
                        </a:lnSpc>
                      </a:pPr>
                      <a:endParaRPr lang="en-US" dirty="0" smtClean="0"/>
                    </a:p>
                    <a:p>
                      <a:pPr marL="0" indent="156464">
                        <a:lnSpc>
                          <a:spcPct val="101666"/>
                        </a:lnSpc>
                      </a:pPr>
                      <a:r>
                        <a:rPr lang="en-US" altLang="zh-CN" sz="1800" b="1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Task</a:t>
                      </a:r>
                      <a:r>
                        <a:rPr lang="en-US" altLang="zh-CN" sz="1800" b="1" spc="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Name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164"/>
                        </a:lnSpc>
                      </a:pPr>
                      <a:endParaRPr lang="en-US" dirty="0" smtClean="0"/>
                    </a:p>
                    <a:p>
                      <a:pPr marL="0" indent="191769">
                        <a:lnSpc>
                          <a:spcPct val="101666"/>
                        </a:lnSpc>
                      </a:pPr>
                      <a:r>
                        <a:rPr lang="en-US" altLang="zh-CN" sz="1800" b="1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Start</a:t>
                      </a:r>
                      <a:r>
                        <a:rPr lang="en-US" altLang="zh-CN" sz="1800" b="1" spc="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Date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164"/>
                        </a:lnSpc>
                      </a:pPr>
                      <a:endParaRPr lang="en-US" dirty="0" smtClean="0"/>
                    </a:p>
                    <a:p>
                      <a:pPr marL="0" indent="244728">
                        <a:lnSpc>
                          <a:spcPct val="101666"/>
                        </a:lnSpc>
                      </a:pPr>
                      <a:r>
                        <a:rPr lang="en-US" altLang="zh-CN" sz="18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End</a:t>
                      </a:r>
                      <a:r>
                        <a:rPr lang="en-US" altLang="zh-CN" sz="1800" b="1" spc="-3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Date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164"/>
                        </a:lnSpc>
                      </a:pPr>
                      <a:endParaRPr lang="en-US" dirty="0" smtClean="0"/>
                    </a:p>
                    <a:p>
                      <a:pPr marL="0" indent="526669">
                        <a:lnSpc>
                          <a:spcPct val="101666"/>
                        </a:lnSpc>
                      </a:pPr>
                      <a:r>
                        <a:rPr lang="en-US" altLang="zh-CN" sz="1800" b="1" spc="-3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</a:t>
                      </a:r>
                      <a:r>
                        <a:rPr lang="en-US" altLang="zh-CN" sz="18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ys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164"/>
                        </a:lnSpc>
                      </a:pPr>
                      <a:endParaRPr lang="en-US" dirty="0" smtClean="0"/>
                    </a:p>
                    <a:p>
                      <a:pPr marL="0" indent="433070">
                        <a:lnSpc>
                          <a:spcPct val="101666"/>
                        </a:lnSpc>
                      </a:pPr>
                      <a:r>
                        <a:rPr lang="en-US" altLang="zh-CN" sz="18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Stat</a:t>
                      </a:r>
                      <a:r>
                        <a:rPr lang="en-US" altLang="zh-CN" sz="1800" b="1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995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205"/>
                        </a:lnSpc>
                      </a:pPr>
                      <a:endParaRPr lang="en-US" dirty="0" smtClean="0"/>
                    </a:p>
                    <a:p>
                      <a:pPr marL="0" indent="60937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639"/>
                        </a:lnSpc>
                      </a:pPr>
                      <a:endParaRPr lang="en-US" dirty="0" smtClean="0"/>
                    </a:p>
                    <a:p>
                      <a:pPr marL="0" indent="253619">
                        <a:lnSpc>
                          <a:spcPct val="101666"/>
                        </a:lnSpc>
                      </a:pP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SPRINT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205"/>
                        </a:lnSpc>
                      </a:pPr>
                      <a:endParaRPr lang="en-US" dirty="0" smtClean="0"/>
                    </a:p>
                    <a:p>
                      <a:pPr marL="0" indent="117475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23/0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205"/>
                        </a:lnSpc>
                      </a:pPr>
                      <a:endParaRPr lang="en-US" dirty="0" smtClean="0"/>
                    </a:p>
                    <a:p>
                      <a:pPr marL="0" indent="118871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29/0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639"/>
                        </a:lnSpc>
                      </a:pPr>
                      <a:endParaRPr lang="en-US" dirty="0" smtClean="0"/>
                    </a:p>
                    <a:p>
                      <a:pPr marL="0" indent="609854">
                        <a:lnSpc>
                          <a:spcPct val="101666"/>
                        </a:lnSpc>
                      </a:pPr>
                      <a:r>
                        <a:rPr lang="en-US" altLang="zh-CN" sz="1800" spc="-6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12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205"/>
                        </a:lnSpc>
                      </a:pPr>
                      <a:endParaRPr lang="en-US" dirty="0" smtClean="0"/>
                    </a:p>
                    <a:p>
                      <a:pPr marL="0" indent="16383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9950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214"/>
                        </a:lnSpc>
                      </a:pPr>
                      <a:endParaRPr lang="en-US" dirty="0" smtClean="0"/>
                    </a:p>
                    <a:p>
                      <a:pPr marL="0" indent="60937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214"/>
                        </a:lnSpc>
                      </a:pPr>
                      <a:endParaRPr lang="en-US" dirty="0" smtClean="0"/>
                    </a:p>
                    <a:p>
                      <a:pPr marL="0" indent="117475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30/1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214"/>
                        </a:lnSpc>
                      </a:pPr>
                      <a:endParaRPr lang="en-US" dirty="0" smtClean="0"/>
                    </a:p>
                    <a:p>
                      <a:pPr marL="0" indent="118871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04/1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214"/>
                        </a:lnSpc>
                      </a:pPr>
                      <a:endParaRPr lang="en-US" dirty="0" smtClean="0"/>
                    </a:p>
                    <a:p>
                      <a:pPr marL="0" indent="16383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75308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35"/>
                        </a:lnSpc>
                      </a:pPr>
                      <a:endParaRPr lang="en-US" dirty="0" smtClean="0"/>
                    </a:p>
                    <a:p>
                      <a:pPr marL="0" indent="60937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464"/>
                        </a:lnSpc>
                      </a:pPr>
                      <a:endParaRPr lang="en-US" dirty="0" smtClean="0"/>
                    </a:p>
                    <a:p>
                      <a:pPr marL="0" indent="253619">
                        <a:lnSpc>
                          <a:spcPct val="101666"/>
                        </a:lnSpc>
                      </a:pP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SPRINT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35"/>
                        </a:lnSpc>
                      </a:pPr>
                      <a:endParaRPr lang="en-US" dirty="0" smtClean="0"/>
                    </a:p>
                    <a:p>
                      <a:pPr marL="0" indent="117475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05/1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35"/>
                        </a:lnSpc>
                      </a:pPr>
                      <a:endParaRPr lang="en-US" dirty="0" smtClean="0"/>
                    </a:p>
                    <a:p>
                      <a:pPr marL="0" indent="118871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09/1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464"/>
                        </a:lnSpc>
                      </a:pPr>
                      <a:endParaRPr lang="en-US" dirty="0" smtClean="0"/>
                    </a:p>
                    <a:p>
                      <a:pPr marL="0" indent="615315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4"/>
                        </a:lnSpc>
                      </a:pPr>
                      <a:endParaRPr lang="en-US" dirty="0" smtClean="0"/>
                    </a:p>
                    <a:p>
                      <a:pPr marL="0" indent="16383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89012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239"/>
                        </a:lnSpc>
                      </a:pPr>
                      <a:endParaRPr lang="en-US" dirty="0" smtClean="0"/>
                    </a:p>
                    <a:p>
                      <a:pPr marL="0" indent="551586">
                        <a:lnSpc>
                          <a:spcPct val="101666"/>
                        </a:lnSpc>
                      </a:pPr>
                      <a:r>
                        <a:rPr lang="en-US" altLang="zh-CN" sz="1800" spc="-6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239"/>
                        </a:lnSpc>
                      </a:pPr>
                      <a:endParaRPr lang="en-US" dirty="0" smtClean="0"/>
                    </a:p>
                    <a:p>
                      <a:pPr marL="0" indent="117475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10/1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239"/>
                        </a:lnSpc>
                      </a:pPr>
                      <a:endParaRPr lang="en-US" dirty="0" smtClean="0"/>
                    </a:p>
                    <a:p>
                      <a:pPr marL="0" indent="118871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12/1</a:t>
                      </a:r>
                      <a:r>
                        <a:rPr lang="en-US" altLang="zh-CN" sz="18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239"/>
                        </a:lnSpc>
                      </a:pPr>
                      <a:endParaRPr lang="en-US" dirty="0" smtClean="0"/>
                    </a:p>
                    <a:p>
                      <a:pPr marL="0" indent="163830">
                        <a:lnSpc>
                          <a:spcPct val="101666"/>
                        </a:lnSpc>
                      </a:pPr>
                      <a:r>
                        <a:rPr lang="en-US" altLang="zh-CN" sz="18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8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Progress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icture 1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3" name="Freeform 189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Freeform 190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TextBox 191"/>
          <p:cNvSpPr txBox="1"/>
          <p:nvPr/>
        </p:nvSpPr>
        <p:spPr>
          <a:xfrm>
            <a:off x="549275" y="503496"/>
            <a:ext cx="3479944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00" dirty="0">
                <a:solidFill>
                  <a:srgbClr val="BF4F4C"/>
                </a:solidFill>
                <a:latin typeface="Times New Roman"/>
                <a:ea typeface="Times New Roman"/>
              </a:rPr>
              <a:t>SPRINT</a:t>
            </a:r>
            <a:r>
              <a:rPr lang="en-US" altLang="zh-CN" sz="3000" spc="25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20" dirty="0">
                <a:solidFill>
                  <a:srgbClr val="BF4F4C"/>
                </a:solidFill>
                <a:latin typeface="Times New Roman"/>
                <a:ea typeface="Times New Roman"/>
              </a:rPr>
              <a:t>BACKLOG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23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0850" y="1822450"/>
          <a:ext cx="8255000" cy="32536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1883"/>
                <a:gridCol w="935481"/>
                <a:gridCol w="832358"/>
                <a:gridCol w="608202"/>
                <a:gridCol w="561975"/>
                <a:gridCol w="584200"/>
                <a:gridCol w="550164"/>
                <a:gridCol w="553592"/>
                <a:gridCol w="553592"/>
                <a:gridCol w="553592"/>
                <a:gridCol w="553720"/>
                <a:gridCol w="553592"/>
                <a:gridCol w="572643"/>
              </a:tblGrid>
              <a:tr h="889634">
                <a:tc>
                  <a:txBody>
                    <a:bodyPr/>
                    <a:lstStyle/>
                    <a:p>
                      <a:pPr>
                        <a:lnSpc>
                          <a:spcPts val="1979"/>
                        </a:lnSpc>
                      </a:pPr>
                      <a:endParaRPr lang="en-US" dirty="0" smtClean="0"/>
                    </a:p>
                    <a:p>
                      <a:pPr marL="0" indent="166687">
                        <a:lnSpc>
                          <a:spcPct val="100000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Bac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klog</a:t>
                      </a:r>
                    </a:p>
                    <a:p>
                      <a:pPr marL="0" indent="287019">
                        <a:lnSpc>
                          <a:spcPct val="101666"/>
                        </a:lnSpc>
                      </a:pPr>
                      <a:r>
                        <a:rPr lang="en-US" altLang="zh-CN" sz="1200" b="1" spc="-5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tem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69"/>
                        </a:lnSpc>
                      </a:pPr>
                      <a:endParaRPr lang="en-US" dirty="0" smtClean="0"/>
                    </a:p>
                    <a:p>
                      <a:pPr marL="87122" indent="27939" hangingPunct="0">
                        <a:lnSpc>
                          <a:spcPct val="98750"/>
                        </a:lnSpc>
                      </a:pPr>
                      <a:r>
                        <a:rPr lang="en-US" altLang="zh-CN" sz="1200" b="1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Status</a:t>
                      </a:r>
                      <a:r>
                        <a:rPr lang="en-US" altLang="zh-CN" sz="1200" b="1" spc="-129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200" b="1" spc="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And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Comple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tion</a:t>
                      </a:r>
                    </a:p>
                    <a:p>
                      <a:pPr marL="0" indent="308483">
                        <a:lnSpc>
                          <a:spcPct val="101666"/>
                        </a:lnSpc>
                      </a:pPr>
                      <a:r>
                        <a:rPr lang="en-US" altLang="zh-CN" sz="1200" b="1" spc="-4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</a:t>
                      </a:r>
                      <a:r>
                        <a:rPr lang="en-US" altLang="zh-CN" sz="1200" b="1" spc="-3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69"/>
                        </a:lnSpc>
                      </a:pPr>
                      <a:endParaRPr lang="en-US" dirty="0" smtClean="0"/>
                    </a:p>
                    <a:p>
                      <a:pPr marL="109220" indent="45973" hangingPunct="0">
                        <a:lnSpc>
                          <a:spcPct val="98750"/>
                        </a:lnSpc>
                      </a:pP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Orig</a:t>
                      </a:r>
                      <a:r>
                        <a:rPr lang="en-US" altLang="zh-CN" sz="1200" b="1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inal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200" b="1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Estim</a:t>
                      </a: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atio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t/>
                      </a:r>
                      <a:br/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</a:t>
                      </a:r>
                      <a:r>
                        <a:rPr lang="en-US" altLang="zh-CN" sz="1200" b="1" spc="-44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in</a:t>
                      </a:r>
                      <a:r>
                        <a:rPr lang="en-US" altLang="zh-CN" sz="1200" b="1" spc="-55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Hours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64"/>
                        </a:lnSpc>
                      </a:pPr>
                      <a:endParaRPr lang="en-US" dirty="0" smtClean="0"/>
                    </a:p>
                    <a:p>
                      <a:pPr marL="0" indent="131952">
                        <a:lnSpc>
                          <a:spcPct val="100000"/>
                        </a:lnSpc>
                      </a:pPr>
                      <a:r>
                        <a:rPr lang="en-US" altLang="zh-CN" sz="11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Day</a:t>
                      </a:r>
                      <a:r>
                        <a:rPr lang="en-US" altLang="zh-CN" sz="1100" b="1" spc="44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b="1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  <a:p>
                      <a:pPr marL="0" indent="205231">
                        <a:lnSpc>
                          <a:spcPct val="103750"/>
                        </a:lnSpc>
                      </a:pPr>
                      <a:r>
                        <a:rPr lang="en-US" altLang="zh-CN" sz="1100" b="1" spc="-4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hrs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64"/>
                        </a:lnSpc>
                      </a:pPr>
                      <a:endParaRPr lang="en-US" dirty="0" smtClean="0"/>
                    </a:p>
                    <a:p>
                      <a:pPr marL="0" indent="109473">
                        <a:lnSpc>
                          <a:spcPct val="100000"/>
                        </a:lnSpc>
                      </a:pPr>
                      <a:r>
                        <a:rPr lang="en-US" altLang="zh-CN" sz="11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Day</a:t>
                      </a:r>
                      <a:r>
                        <a:rPr lang="en-US" altLang="zh-CN" sz="1100" b="1" spc="4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</a:p>
                    <a:p>
                      <a:pPr marL="0" indent="182498">
                        <a:lnSpc>
                          <a:spcPct val="103750"/>
                        </a:lnSpc>
                      </a:pPr>
                      <a:r>
                        <a:rPr lang="en-US" altLang="zh-CN" sz="1100" b="1" spc="-3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hrs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endParaRPr lang="en-US" dirty="0" smtClean="0"/>
                    </a:p>
                    <a:p>
                      <a:pPr marL="0" indent="172973">
                        <a:lnSpc>
                          <a:spcPct val="100000"/>
                        </a:lnSpc>
                      </a:pPr>
                      <a:r>
                        <a:rPr lang="en-US" altLang="zh-CN" sz="1100" b="1" spc="-4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Day</a:t>
                      </a:r>
                    </a:p>
                    <a:p>
                      <a:pPr marL="0" indent="248158">
                        <a:lnSpc>
                          <a:spcPct val="102083"/>
                        </a:lnSpc>
                      </a:pPr>
                      <a:r>
                        <a:rPr lang="en-US" altLang="zh-CN" sz="1100" b="1" spc="-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</a:t>
                      </a:r>
                    </a:p>
                    <a:p>
                      <a:pPr marL="0" indent="194309">
                        <a:lnSpc>
                          <a:spcPct val="104166"/>
                        </a:lnSpc>
                      </a:pPr>
                      <a:r>
                        <a:rPr lang="en-US" altLang="zh-CN" sz="1100" b="1" spc="-4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hrs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endParaRPr lang="en-US" dirty="0" smtClean="0"/>
                    </a:p>
                    <a:p>
                      <a:pPr marL="0" indent="156464">
                        <a:lnSpc>
                          <a:spcPct val="100000"/>
                        </a:lnSpc>
                      </a:pPr>
                      <a:r>
                        <a:rPr lang="en-US" altLang="zh-CN" sz="1100" b="1" spc="-4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Day</a:t>
                      </a:r>
                    </a:p>
                    <a:p>
                      <a:pPr marL="0" indent="232028">
                        <a:lnSpc>
                          <a:spcPct val="102083"/>
                        </a:lnSpc>
                      </a:pPr>
                      <a:r>
                        <a:rPr lang="en-US" altLang="zh-CN" sz="1100" b="1" spc="-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</a:t>
                      </a:r>
                    </a:p>
                    <a:p>
                      <a:pPr marL="0" indent="178053">
                        <a:lnSpc>
                          <a:spcPct val="104166"/>
                        </a:lnSpc>
                      </a:pPr>
                      <a:r>
                        <a:rPr lang="en-US" altLang="zh-CN" sz="1100" b="1" spc="-4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hrs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</a:pPr>
                      <a:endParaRPr lang="en-US" dirty="0" smtClean="0"/>
                    </a:p>
                    <a:p>
                      <a:pPr marL="0" indent="158750">
                        <a:lnSpc>
                          <a:spcPct val="100000"/>
                        </a:lnSpc>
                      </a:pPr>
                      <a:r>
                        <a:rPr lang="en-US" altLang="zh-CN" sz="1100" b="1" spc="-4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Day</a:t>
                      </a:r>
                    </a:p>
                    <a:p>
                      <a:pPr marL="0" indent="234314">
                        <a:lnSpc>
                          <a:spcPct val="102083"/>
                        </a:lnSpc>
                      </a:pPr>
                      <a:r>
                        <a:rPr lang="en-US" altLang="zh-CN" sz="1100" b="1" spc="-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5</a:t>
                      </a:r>
                    </a:p>
                    <a:p>
                      <a:pPr marL="0" indent="180339">
                        <a:lnSpc>
                          <a:spcPct val="104166"/>
                        </a:lnSpc>
                      </a:pPr>
                      <a:r>
                        <a:rPr lang="en-US" altLang="zh-CN" sz="1100" b="1" spc="-4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hrs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64"/>
                        </a:lnSpc>
                      </a:pPr>
                      <a:endParaRPr lang="en-US" dirty="0" smtClean="0"/>
                    </a:p>
                    <a:p>
                      <a:pPr marL="0" indent="107822">
                        <a:lnSpc>
                          <a:spcPct val="100000"/>
                        </a:lnSpc>
                      </a:pPr>
                      <a:r>
                        <a:rPr lang="en-US" altLang="zh-CN" sz="11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Day</a:t>
                      </a:r>
                      <a:r>
                        <a:rPr lang="en-US" altLang="zh-CN" sz="1100" b="1" spc="4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6</a:t>
                      </a:r>
                    </a:p>
                    <a:p>
                      <a:pPr marL="0" indent="180720">
                        <a:lnSpc>
                          <a:spcPct val="103750"/>
                        </a:lnSpc>
                      </a:pPr>
                      <a:r>
                        <a:rPr lang="en-US" altLang="zh-CN" sz="1100" b="1" spc="-4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hrs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64"/>
                        </a:lnSpc>
                      </a:pPr>
                      <a:endParaRPr lang="en-US" dirty="0" smtClean="0"/>
                    </a:p>
                    <a:p>
                      <a:pPr marL="0" indent="108204">
                        <a:lnSpc>
                          <a:spcPct val="100000"/>
                        </a:lnSpc>
                      </a:pPr>
                      <a:r>
                        <a:rPr lang="en-US" altLang="zh-CN" sz="11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Day</a:t>
                      </a:r>
                      <a:r>
                        <a:rPr lang="en-US" altLang="zh-CN" sz="1100" b="1" spc="4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7</a:t>
                      </a:r>
                    </a:p>
                    <a:p>
                      <a:pPr marL="0" indent="181229">
                        <a:lnSpc>
                          <a:spcPct val="103750"/>
                        </a:lnSpc>
                      </a:pPr>
                      <a:r>
                        <a:rPr lang="en-US" altLang="zh-CN" sz="1100" b="1" spc="-3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hrs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64"/>
                        </a:lnSpc>
                      </a:pPr>
                      <a:endParaRPr lang="en-US" dirty="0" smtClean="0"/>
                    </a:p>
                    <a:p>
                      <a:pPr marL="0" indent="108966">
                        <a:lnSpc>
                          <a:spcPct val="100000"/>
                        </a:lnSpc>
                      </a:pPr>
                      <a:r>
                        <a:rPr lang="en-US" altLang="zh-CN" sz="11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Day</a:t>
                      </a:r>
                      <a:r>
                        <a:rPr lang="en-US" altLang="zh-CN" sz="1100" b="1" spc="4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8</a:t>
                      </a:r>
                    </a:p>
                    <a:p>
                      <a:pPr marL="0" indent="181991">
                        <a:lnSpc>
                          <a:spcPct val="103750"/>
                        </a:lnSpc>
                      </a:pPr>
                      <a:r>
                        <a:rPr lang="en-US" altLang="zh-CN" sz="1100" b="1" spc="-4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hrs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064"/>
                        </a:lnSpc>
                      </a:pPr>
                      <a:endParaRPr lang="en-US" dirty="0" smtClean="0"/>
                    </a:p>
                    <a:p>
                      <a:pPr marL="0" indent="109219">
                        <a:lnSpc>
                          <a:spcPct val="100000"/>
                        </a:lnSpc>
                      </a:pPr>
                      <a:r>
                        <a:rPr lang="en-US" altLang="zh-CN" sz="11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Day</a:t>
                      </a:r>
                      <a:r>
                        <a:rPr lang="en-US" altLang="zh-CN" sz="1100" b="1" spc="4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9</a:t>
                      </a:r>
                    </a:p>
                    <a:p>
                      <a:pPr marL="0" indent="182371">
                        <a:lnSpc>
                          <a:spcPct val="103750"/>
                        </a:lnSpc>
                      </a:pPr>
                      <a:r>
                        <a:rPr lang="en-US" altLang="zh-CN" sz="1100" b="1" spc="-3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hrs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84"/>
                        </a:lnSpc>
                      </a:pPr>
                      <a:endParaRPr lang="en-US" dirty="0" smtClean="0"/>
                    </a:p>
                    <a:p>
                      <a:pPr marL="201168" indent="-39623" hangingPunct="0">
                        <a:lnSpc>
                          <a:spcPct val="99583"/>
                        </a:lnSpc>
                      </a:pPr>
                      <a:r>
                        <a:rPr lang="en-US" altLang="zh-CN" sz="1100" b="1" spc="-6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Day</a:t>
                      </a:r>
                      <a:r>
                        <a:rPr lang="en-US" altLang="zh-CN" sz="11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t/>
                      </a:r>
                      <a:br/>
                      <a:r>
                        <a:rPr lang="en-US" altLang="zh-CN" sz="1100" b="1" spc="-3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10</a:t>
                      </a:r>
                      <a:r>
                        <a:rPr lang="en-US" altLang="zh-CN" sz="1100" b="1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t/>
                      </a:r>
                      <a:br/>
                      <a:r>
                        <a:rPr lang="en-US" altLang="zh-CN" sz="1100" b="1" spc="-4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hrs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4335">
                <a:tc gridSpan="13">
                  <a:txBody>
                    <a:bodyPr/>
                    <a:lstStyle/>
                    <a:p>
                      <a:pPr>
                        <a:lnSpc>
                          <a:spcPts val="684"/>
                        </a:lnSpc>
                      </a:pPr>
                      <a:endParaRPr lang="en-US" dirty="0" smtClean="0"/>
                    </a:p>
                    <a:p>
                      <a:pPr marL="0" indent="3831335">
                        <a:lnSpc>
                          <a:spcPct val="103750"/>
                        </a:lnSpc>
                      </a:pPr>
                      <a:r>
                        <a:rPr lang="en-US" altLang="zh-CN" sz="1250" spc="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SPRI</a:t>
                      </a:r>
                      <a:r>
                        <a:rPr lang="en-US" altLang="zh-CN" sz="12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NT1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lnSpc>
                          <a:spcPts val="619"/>
                        </a:lnSpc>
                      </a:pPr>
                      <a:endParaRPr lang="en-US" dirty="0" smtClean="0"/>
                    </a:p>
                    <a:p>
                      <a:pPr marL="255905" indent="-59690" hangingPunct="0">
                        <a:lnSpc>
                          <a:spcPct val="102083"/>
                        </a:lnSpc>
                      </a:pPr>
                      <a:r>
                        <a:rPr lang="en-US" altLang="zh-CN" sz="900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Data</a:t>
                      </a:r>
                      <a:r>
                        <a:rPr lang="en-US" altLang="zh-CN" sz="900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base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9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Desi</a:t>
                      </a:r>
                      <a:r>
                        <a:rPr lang="en-US" altLang="zh-CN" sz="9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gn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9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(MySql</a:t>
                      </a:r>
                      <a:r>
                        <a:rPr lang="en-US" altLang="zh-CN" sz="11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64"/>
                        </a:lnSpc>
                      </a:pPr>
                      <a:endParaRPr lang="en-US" dirty="0" smtClean="0"/>
                    </a:p>
                    <a:p>
                      <a:pPr marL="0" indent="147066">
                        <a:lnSpc>
                          <a:spcPct val="104583"/>
                        </a:lnSpc>
                      </a:pPr>
                      <a:r>
                        <a:rPr lang="en-US" altLang="zh-CN" sz="950" spc="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06/08</a:t>
                      </a:r>
                      <a:r>
                        <a:rPr lang="en-US" altLang="zh-CN" sz="9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 smtClean="0"/>
                    </a:p>
                    <a:p>
                      <a:pPr marL="0" indent="34836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 smtClean="0"/>
                    </a:p>
                    <a:p>
                      <a:pPr marL="0" indent="23698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 smtClean="0"/>
                    </a:p>
                    <a:p>
                      <a:pPr marL="0" indent="214629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 smtClean="0"/>
                    </a:p>
                    <a:p>
                      <a:pPr marL="0" indent="226059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 smtClean="0"/>
                    </a:p>
                    <a:p>
                      <a:pPr marL="0" indent="209803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 smtClean="0"/>
                    </a:p>
                    <a:p>
                      <a:pPr marL="0" indent="212089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 smtClean="0"/>
                    </a:p>
                    <a:p>
                      <a:pPr marL="0" indent="212470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 smtClean="0"/>
                    </a:p>
                    <a:p>
                      <a:pPr marL="0" indent="212979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 smtClean="0"/>
                    </a:p>
                    <a:p>
                      <a:pPr marL="0" indent="21374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 smtClean="0"/>
                    </a:p>
                    <a:p>
                      <a:pPr marL="0" indent="21412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50"/>
                        </a:lnSpc>
                      </a:pPr>
                      <a:endParaRPr lang="en-US" dirty="0" smtClean="0"/>
                    </a:p>
                    <a:p>
                      <a:pPr marL="0" indent="214884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ts val="625"/>
                        </a:lnSpc>
                      </a:pPr>
                      <a:endParaRPr lang="en-US" dirty="0" smtClean="0"/>
                    </a:p>
                    <a:p>
                      <a:pPr marL="100965" indent="172402" hangingPunct="0">
                        <a:lnSpc>
                          <a:spcPct val="100000"/>
                        </a:lnSpc>
                      </a:pPr>
                      <a:r>
                        <a:rPr lang="en-US" altLang="zh-CN" sz="9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UI</a:t>
                      </a:r>
                      <a:r>
                        <a:rPr lang="en-US" altLang="zh-CN" sz="9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/UX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9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Wirefr</a:t>
                      </a:r>
                      <a:r>
                        <a:rPr lang="en-US" altLang="zh-CN" sz="9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aming(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9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Fl</a:t>
                      </a:r>
                      <a:r>
                        <a:rPr lang="en-US" altLang="zh-CN" sz="9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utter&amp;web)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4"/>
                        </a:lnSpc>
                      </a:pPr>
                      <a:endParaRPr lang="en-US" dirty="0" smtClean="0"/>
                    </a:p>
                    <a:p>
                      <a:pPr marL="0" indent="147066">
                        <a:lnSpc>
                          <a:spcPct val="104166"/>
                        </a:lnSpc>
                      </a:pPr>
                      <a:r>
                        <a:rPr lang="en-US" altLang="zh-CN" sz="950" spc="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15/08</a:t>
                      </a:r>
                      <a:r>
                        <a:rPr lang="en-US" altLang="zh-CN" sz="9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5"/>
                        </a:lnSpc>
                      </a:pPr>
                      <a:endParaRPr lang="en-US" dirty="0" smtClean="0"/>
                    </a:p>
                    <a:p>
                      <a:pPr marL="0" indent="34836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5"/>
                        </a:lnSpc>
                      </a:pPr>
                      <a:endParaRPr lang="en-US" dirty="0" smtClean="0"/>
                    </a:p>
                    <a:p>
                      <a:pPr marL="0" indent="23698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5"/>
                        </a:lnSpc>
                      </a:pPr>
                      <a:endParaRPr lang="en-US" dirty="0" smtClean="0"/>
                    </a:p>
                    <a:p>
                      <a:pPr marL="0" indent="214629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5"/>
                        </a:lnSpc>
                      </a:pPr>
                      <a:endParaRPr lang="en-US" dirty="0" smtClean="0"/>
                    </a:p>
                    <a:p>
                      <a:pPr marL="0" indent="226059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5"/>
                        </a:lnSpc>
                      </a:pPr>
                      <a:endParaRPr lang="en-US" dirty="0" smtClean="0"/>
                    </a:p>
                    <a:p>
                      <a:pPr marL="0" indent="209803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5"/>
                        </a:lnSpc>
                      </a:pPr>
                      <a:endParaRPr lang="en-US" dirty="0" smtClean="0"/>
                    </a:p>
                    <a:p>
                      <a:pPr marL="0" indent="212089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5"/>
                        </a:lnSpc>
                      </a:pPr>
                      <a:endParaRPr lang="en-US" dirty="0" smtClean="0"/>
                    </a:p>
                    <a:p>
                      <a:pPr marL="0" indent="212470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5"/>
                        </a:lnSpc>
                      </a:pPr>
                      <a:endParaRPr lang="en-US" dirty="0" smtClean="0"/>
                    </a:p>
                    <a:p>
                      <a:pPr marL="0" indent="212979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5"/>
                        </a:lnSpc>
                      </a:pPr>
                      <a:endParaRPr lang="en-US" dirty="0" smtClean="0"/>
                    </a:p>
                    <a:p>
                      <a:pPr marL="0" indent="21374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5"/>
                        </a:lnSpc>
                      </a:pPr>
                      <a:endParaRPr lang="en-US" dirty="0" smtClean="0"/>
                    </a:p>
                    <a:p>
                      <a:pPr marL="0" indent="21412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35"/>
                        </a:lnSpc>
                      </a:pPr>
                      <a:endParaRPr lang="en-US" dirty="0" smtClean="0"/>
                    </a:p>
                    <a:p>
                      <a:pPr marL="0" indent="214884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50442">
                <a:tc>
                  <a:txBody>
                    <a:bodyPr/>
                    <a:lstStyle/>
                    <a:p>
                      <a:pPr>
                        <a:lnSpc>
                          <a:spcPts val="634"/>
                        </a:lnSpc>
                      </a:pPr>
                      <a:endParaRPr lang="en-US" dirty="0" smtClean="0"/>
                    </a:p>
                    <a:p>
                      <a:pPr marL="0" indent="305117">
                        <a:lnSpc>
                          <a:spcPct val="101666"/>
                        </a:lnSpc>
                      </a:pPr>
                      <a:r>
                        <a:rPr lang="en-US" altLang="zh-CN" sz="900" spc="-4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Us</a:t>
                      </a:r>
                      <a:r>
                        <a:rPr lang="en-US" altLang="zh-CN" sz="900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er</a:t>
                      </a:r>
                    </a:p>
                    <a:p>
                      <a:pPr marL="0" indent="94615">
                        <a:lnSpc>
                          <a:spcPct val="100000"/>
                        </a:lnSpc>
                      </a:pPr>
                      <a:r>
                        <a:rPr lang="en-US" altLang="zh-CN" sz="9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Authent</a:t>
                      </a:r>
                      <a:r>
                        <a:rPr lang="en-US" altLang="zh-CN" sz="9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icatio</a:t>
                      </a:r>
                    </a:p>
                    <a:p>
                      <a:pPr marL="0" indent="382269">
                        <a:lnSpc>
                          <a:spcPct val="97083"/>
                        </a:lnSpc>
                      </a:pPr>
                      <a:r>
                        <a:rPr lang="en-US" altLang="zh-CN" sz="900" spc="-11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</a:t>
                      </a:r>
                    </a:p>
                    <a:p>
                      <a:pPr marL="0" indent="278130">
                        <a:lnSpc>
                          <a:spcPct val="101666"/>
                        </a:lnSpc>
                      </a:pPr>
                      <a:r>
                        <a:rPr lang="en-US" altLang="zh-CN" sz="9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Se</a:t>
                      </a:r>
                      <a:r>
                        <a:rPr lang="en-US" altLang="zh-CN" sz="9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tup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 smtClean="0"/>
                    </a:p>
                    <a:p>
                      <a:pPr>
                        <a:lnSpc>
                          <a:spcPts val="1194"/>
                        </a:lnSpc>
                      </a:pPr>
                      <a:endParaRPr lang="en-US" dirty="0" smtClean="0"/>
                    </a:p>
                    <a:p>
                      <a:pPr marL="0" indent="147066">
                        <a:lnSpc>
                          <a:spcPct val="104583"/>
                        </a:lnSpc>
                      </a:pPr>
                      <a:r>
                        <a:rPr lang="en-US" altLang="zh-CN" sz="950" spc="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24/08</a:t>
                      </a:r>
                      <a:r>
                        <a:rPr lang="en-US" altLang="zh-CN" sz="950" spc="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/2025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85"/>
                        </a:lnSpc>
                      </a:pPr>
                      <a:endParaRPr lang="en-US" dirty="0" smtClean="0"/>
                    </a:p>
                    <a:p>
                      <a:pPr marL="0" indent="34836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85"/>
                        </a:lnSpc>
                      </a:pPr>
                      <a:endParaRPr lang="en-US" dirty="0" smtClean="0"/>
                    </a:p>
                    <a:p>
                      <a:pPr marL="0" indent="23698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85"/>
                        </a:lnSpc>
                      </a:pPr>
                      <a:endParaRPr lang="en-US" dirty="0" smtClean="0"/>
                    </a:p>
                    <a:p>
                      <a:pPr marL="0" indent="214629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85"/>
                        </a:lnSpc>
                      </a:pPr>
                      <a:endParaRPr lang="en-US" dirty="0" smtClean="0"/>
                    </a:p>
                    <a:p>
                      <a:pPr marL="0" indent="226059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85"/>
                        </a:lnSpc>
                      </a:pPr>
                      <a:endParaRPr lang="en-US" dirty="0" smtClean="0"/>
                    </a:p>
                    <a:p>
                      <a:pPr marL="0" indent="209803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85"/>
                        </a:lnSpc>
                      </a:pPr>
                      <a:endParaRPr lang="en-US" dirty="0" smtClean="0"/>
                    </a:p>
                    <a:p>
                      <a:pPr marL="0" indent="212089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85"/>
                        </a:lnSpc>
                      </a:pPr>
                      <a:endParaRPr lang="en-US" dirty="0" smtClean="0"/>
                    </a:p>
                    <a:p>
                      <a:pPr marL="0" indent="212470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85"/>
                        </a:lnSpc>
                      </a:pPr>
                      <a:endParaRPr lang="en-US" dirty="0" smtClean="0"/>
                    </a:p>
                    <a:p>
                      <a:pPr marL="0" indent="212979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85"/>
                        </a:lnSpc>
                      </a:pPr>
                      <a:endParaRPr lang="en-US" dirty="0" smtClean="0"/>
                    </a:p>
                    <a:p>
                      <a:pPr marL="0" indent="21374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85"/>
                        </a:lnSpc>
                      </a:pPr>
                      <a:endParaRPr lang="en-US" dirty="0" smtClean="0"/>
                    </a:p>
                    <a:p>
                      <a:pPr marL="0" indent="214121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85"/>
                        </a:lnSpc>
                      </a:pPr>
                      <a:endParaRPr lang="en-US" dirty="0" smtClean="0"/>
                    </a:p>
                    <a:p>
                      <a:pPr marL="0" indent="214884">
                        <a:lnSpc>
                          <a:spcPct val="101666"/>
                        </a:lnSpc>
                      </a:pPr>
                      <a:r>
                        <a:rPr lang="en-US" altLang="zh-CN" sz="1800" spc="-10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Picture 19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197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Freeform 198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2278380"/>
            <a:ext cx="5661660" cy="3086100"/>
          </a:xfrm>
          <a:prstGeom prst="rect">
            <a:avLst/>
          </a:prstGeom>
        </p:spPr>
      </p:pic>
      <p:sp>
        <p:nvSpPr>
          <p:cNvPr id="3" name="TextBox 200"/>
          <p:cNvSpPr txBox="1"/>
          <p:nvPr/>
        </p:nvSpPr>
        <p:spPr>
          <a:xfrm>
            <a:off x="473075" y="542380"/>
            <a:ext cx="4344226" cy="12056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89" dirty="0">
                <a:solidFill>
                  <a:srgbClr val="BF4F4C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3000" spc="40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89" dirty="0">
                <a:solidFill>
                  <a:srgbClr val="BF4F4C"/>
                </a:solidFill>
                <a:latin typeface="Times New Roman"/>
                <a:ea typeface="Times New Roman"/>
              </a:rPr>
              <a:t>FLOW</a:t>
            </a:r>
            <a:r>
              <a:rPr lang="en-US" altLang="zh-CN" sz="3000" spc="40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89" dirty="0">
                <a:solidFill>
                  <a:srgbClr val="BF4F4C"/>
                </a:solidFill>
                <a:latin typeface="Times New Roman"/>
                <a:ea typeface="Times New Roman"/>
              </a:rPr>
              <a:t>DIAGRAM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50"/>
              </a:lnSpc>
            </a:pPr>
            <a:endParaRPr lang="en-US" dirty="0" smtClean="0"/>
          </a:p>
          <a:p>
            <a:pPr marL="0" indent="76200">
              <a:lnSpc>
                <a:spcPct val="100000"/>
              </a:lnSpc>
            </a:pPr>
            <a:r>
              <a:rPr lang="en-US" altLang="zh-CN" sz="3200" spc="139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11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spc="259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32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220" dirty="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7654925" y="6464589"/>
            <a:ext cx="1211268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750951" algn="l"/>
              </a:tabLst>
            </a:pPr>
            <a:r>
              <a:rPr lang="en-US" altLang="zh-CN" sz="1200" spc="89" dirty="0">
                <a:solidFill>
                  <a:srgbClr val="BF4F4C"/>
                </a:solidFill>
                <a:latin typeface="Times New Roman"/>
                <a:ea typeface="Times New Roman"/>
              </a:rPr>
              <a:t>Slides:	</a:t>
            </a:r>
            <a:r>
              <a:rPr lang="en-US" altLang="zh-CN" sz="1200" spc="13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45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Picture 2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203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Freeform 204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" name="Picture 2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20" y="2217420"/>
            <a:ext cx="6233160" cy="3474720"/>
          </a:xfrm>
          <a:prstGeom prst="rect">
            <a:avLst/>
          </a:prstGeom>
        </p:spPr>
      </p:pic>
      <p:sp>
        <p:nvSpPr>
          <p:cNvPr id="3" name="TextBox 206"/>
          <p:cNvSpPr txBox="1"/>
          <p:nvPr/>
        </p:nvSpPr>
        <p:spPr>
          <a:xfrm>
            <a:off x="549275" y="503496"/>
            <a:ext cx="4346344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89" dirty="0">
                <a:solidFill>
                  <a:srgbClr val="BF4F4C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3000" spc="3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94" dirty="0">
                <a:solidFill>
                  <a:srgbClr val="BF4F4C"/>
                </a:solidFill>
                <a:latin typeface="Times New Roman"/>
                <a:ea typeface="Times New Roman"/>
              </a:rPr>
              <a:t>FLOW</a:t>
            </a:r>
            <a:r>
              <a:rPr lang="en-US" altLang="zh-CN" sz="3000" spc="40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89" dirty="0">
                <a:solidFill>
                  <a:srgbClr val="BF4F4C"/>
                </a:solidFill>
                <a:latin typeface="Times New Roman"/>
                <a:ea typeface="Times New Roman"/>
              </a:rPr>
              <a:t>DIAGRAM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4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3200" spc="19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3200" spc="15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3200" spc="254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3200" spc="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200" spc="284" dirty="0">
                <a:solidFill>
                  <a:srgbClr val="000000"/>
                </a:solidFill>
                <a:latin typeface="Times New Roman"/>
                <a:ea typeface="Times New Roman"/>
              </a:rPr>
              <a:t>01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9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25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Picture 2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211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Freeform 212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4" name="Picture 2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668780"/>
            <a:ext cx="7185659" cy="4229100"/>
          </a:xfrm>
          <a:prstGeom prst="rect">
            <a:avLst/>
          </a:prstGeom>
        </p:spPr>
      </p:pic>
      <p:sp>
        <p:nvSpPr>
          <p:cNvPr id="3" name="TextBox 214"/>
          <p:cNvSpPr txBox="1"/>
          <p:nvPr/>
        </p:nvSpPr>
        <p:spPr>
          <a:xfrm>
            <a:off x="549275" y="503496"/>
            <a:ext cx="4346344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89" dirty="0">
                <a:solidFill>
                  <a:srgbClr val="BF4F4C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3000" spc="3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94" dirty="0">
                <a:solidFill>
                  <a:srgbClr val="BF4F4C"/>
                </a:solidFill>
                <a:latin typeface="Times New Roman"/>
                <a:ea typeface="Times New Roman"/>
              </a:rPr>
              <a:t>FLOW</a:t>
            </a:r>
            <a:r>
              <a:rPr lang="en-US" altLang="zh-CN" sz="3000" spc="40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89" dirty="0">
                <a:solidFill>
                  <a:srgbClr val="BF4F4C"/>
                </a:solidFill>
                <a:latin typeface="Times New Roman"/>
                <a:ea typeface="Times New Roman"/>
              </a:rPr>
              <a:t>DIAGRAM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5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85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7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spc="114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24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129" dirty="0">
                <a:solidFill>
                  <a:srgbClr val="000000"/>
                </a:solidFill>
                <a:latin typeface="Times New Roman"/>
                <a:ea typeface="Times New Roman"/>
              </a:rPr>
              <a:t>02</a:t>
            </a:r>
            <a:r>
              <a:rPr lang="en-US" altLang="zh-CN" sz="2400" spc="69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400" spc="170" dirty="0">
                <a:solidFill>
                  <a:srgbClr val="000000"/>
                </a:solidFill>
                <a:latin typeface="Times New Roman"/>
                <a:ea typeface="Times New Roman"/>
              </a:rPr>
              <a:t>ADMIN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44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215" name="TextBox 215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216" name="TextBox 216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26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icture 2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219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Freeform 220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" y="2049780"/>
            <a:ext cx="7741920" cy="3756660"/>
          </a:xfrm>
          <a:prstGeom prst="rect">
            <a:avLst/>
          </a:prstGeom>
        </p:spPr>
      </p:pic>
      <p:sp>
        <p:nvSpPr>
          <p:cNvPr id="3" name="TextBox 222"/>
          <p:cNvSpPr txBox="1"/>
          <p:nvPr/>
        </p:nvSpPr>
        <p:spPr>
          <a:xfrm>
            <a:off x="549275" y="503496"/>
            <a:ext cx="4346344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89" dirty="0">
                <a:solidFill>
                  <a:srgbClr val="BF4F4C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3000" spc="3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94" dirty="0">
                <a:solidFill>
                  <a:srgbClr val="BF4F4C"/>
                </a:solidFill>
                <a:latin typeface="Times New Roman"/>
                <a:ea typeface="Times New Roman"/>
              </a:rPr>
              <a:t>FLOW</a:t>
            </a:r>
            <a:r>
              <a:rPr lang="en-US" altLang="zh-CN" sz="3000" spc="40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89" dirty="0">
                <a:solidFill>
                  <a:srgbClr val="BF4F4C"/>
                </a:solidFill>
                <a:latin typeface="Times New Roman"/>
                <a:ea typeface="Times New Roman"/>
              </a:rPr>
              <a:t>DIAGRAM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5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15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129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spc="195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24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229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2400" spc="11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zh-CN" sz="2400" spc="22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2400" spc="12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400" spc="179" dirty="0">
                <a:solidFill>
                  <a:srgbClr val="000000"/>
                </a:solidFill>
                <a:latin typeface="Times New Roman"/>
                <a:ea typeface="Times New Roman"/>
              </a:rPr>
              <a:t>Hospital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44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27</a:t>
            </a:r>
          </a:p>
        </p:txBody>
      </p:sp>
      <p:sp>
        <p:nvSpPr>
          <p:cNvPr id="225" name="TextBox 225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Picture 2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227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Freeform 228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0" name="Picture 2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380" y="1592580"/>
            <a:ext cx="6858000" cy="4366260"/>
          </a:xfrm>
          <a:prstGeom prst="rect">
            <a:avLst/>
          </a:prstGeom>
        </p:spPr>
      </p:pic>
      <p:sp>
        <p:nvSpPr>
          <p:cNvPr id="3" name="TextBox 230"/>
          <p:cNvSpPr txBox="1"/>
          <p:nvPr/>
        </p:nvSpPr>
        <p:spPr>
          <a:xfrm>
            <a:off x="549275" y="503496"/>
            <a:ext cx="4346344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89" dirty="0">
                <a:solidFill>
                  <a:srgbClr val="BF4F4C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3000" spc="3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94" dirty="0">
                <a:solidFill>
                  <a:srgbClr val="BF4F4C"/>
                </a:solidFill>
                <a:latin typeface="Times New Roman"/>
                <a:ea typeface="Times New Roman"/>
              </a:rPr>
              <a:t>FLOW</a:t>
            </a:r>
            <a:r>
              <a:rPr lang="en-US" altLang="zh-CN" sz="3000" spc="40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89" dirty="0">
                <a:solidFill>
                  <a:srgbClr val="BF4F4C"/>
                </a:solidFill>
                <a:latin typeface="Times New Roman"/>
                <a:ea typeface="Times New Roman"/>
              </a:rPr>
              <a:t>DIAGRAM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5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104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8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spc="195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2400" spc="175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2400" spc="7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2400" spc="8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400" spc="2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44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28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2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235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Freeform 236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8" name="Picture 2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" y="1668780"/>
            <a:ext cx="7414259" cy="4213860"/>
          </a:xfrm>
          <a:prstGeom prst="rect">
            <a:avLst/>
          </a:prstGeom>
        </p:spPr>
      </p:pic>
      <p:sp>
        <p:nvSpPr>
          <p:cNvPr id="3" name="TextBox 238"/>
          <p:cNvSpPr txBox="1"/>
          <p:nvPr/>
        </p:nvSpPr>
        <p:spPr>
          <a:xfrm>
            <a:off x="549275" y="503496"/>
            <a:ext cx="4346344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89" dirty="0">
                <a:solidFill>
                  <a:srgbClr val="BF4F4C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3000" spc="3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94" dirty="0">
                <a:solidFill>
                  <a:srgbClr val="BF4F4C"/>
                </a:solidFill>
                <a:latin typeface="Times New Roman"/>
                <a:ea typeface="Times New Roman"/>
              </a:rPr>
              <a:t>FLOW</a:t>
            </a:r>
            <a:r>
              <a:rPr lang="en-US" altLang="zh-CN" sz="3000" spc="40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89" dirty="0">
                <a:solidFill>
                  <a:srgbClr val="BF4F4C"/>
                </a:solidFill>
                <a:latin typeface="Times New Roman"/>
                <a:ea typeface="Times New Roman"/>
              </a:rPr>
              <a:t>DIAGRAM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5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400" spc="120" dirty="0">
                <a:solidFill>
                  <a:srgbClr val="000000"/>
                </a:solidFill>
                <a:latin typeface="Arial"/>
                <a:ea typeface="Arial"/>
              </a:rPr>
              <a:t>•</a:t>
            </a:r>
            <a:r>
              <a:rPr lang="en-US" altLang="zh-CN" sz="2400" spc="94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US" altLang="zh-CN" sz="2400" spc="225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2400" spc="185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2400" spc="8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zh-CN" sz="2400" spc="179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2400" spc="10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2400" spc="164" dirty="0">
                <a:solidFill>
                  <a:srgbClr val="000000"/>
                </a:solidFill>
                <a:latin typeface="Times New Roman"/>
                <a:ea typeface="Times New Roman"/>
              </a:rPr>
              <a:t>Doctor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44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240" name="TextBox 240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29</a:t>
            </a:r>
          </a:p>
        </p:txBody>
      </p:sp>
      <p:sp>
        <p:nvSpPr>
          <p:cNvPr id="241" name="TextBox 241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Picture 2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243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Freeform 244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6" name="Picture 2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135380"/>
            <a:ext cx="7719059" cy="4975860"/>
          </a:xfrm>
          <a:prstGeom prst="rect">
            <a:avLst/>
          </a:prstGeom>
        </p:spPr>
      </p:pic>
      <p:sp>
        <p:nvSpPr>
          <p:cNvPr id="3" name="TextBox 246"/>
          <p:cNvSpPr txBox="1"/>
          <p:nvPr/>
        </p:nvSpPr>
        <p:spPr>
          <a:xfrm>
            <a:off x="473075" y="503496"/>
            <a:ext cx="3538197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94" dirty="0">
                <a:solidFill>
                  <a:srgbClr val="BF4F4C"/>
                </a:solidFill>
                <a:latin typeface="Times New Roman"/>
                <a:ea typeface="Times New Roman"/>
              </a:rPr>
              <a:t>ER</a:t>
            </a:r>
            <a:r>
              <a:rPr lang="en-US" altLang="zh-CN" sz="3000" spc="25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100" dirty="0">
                <a:solidFill>
                  <a:srgbClr val="BF4F4C"/>
                </a:solidFill>
                <a:latin typeface="Times New Roman"/>
                <a:ea typeface="Times New Roman"/>
              </a:rPr>
              <a:t>DIAGRAM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6864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247" name="TextBox 247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248" name="TextBox 248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30</a:t>
            </a:r>
          </a:p>
        </p:txBody>
      </p:sp>
      <p:sp>
        <p:nvSpPr>
          <p:cNvPr id="249" name="TextBox 249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Picture 2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251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Freeform 252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4" name="Picture 2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" y="1173480"/>
            <a:ext cx="6156960" cy="4785360"/>
          </a:xfrm>
          <a:prstGeom prst="rect">
            <a:avLst/>
          </a:prstGeom>
        </p:spPr>
      </p:pic>
      <p:sp>
        <p:nvSpPr>
          <p:cNvPr id="3" name="TextBox 254"/>
          <p:cNvSpPr txBox="1"/>
          <p:nvPr/>
        </p:nvSpPr>
        <p:spPr>
          <a:xfrm>
            <a:off x="549275" y="503496"/>
            <a:ext cx="3461997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45" dirty="0">
                <a:solidFill>
                  <a:srgbClr val="BF4F4C"/>
                </a:solidFill>
                <a:latin typeface="Times New Roman"/>
                <a:ea typeface="Times New Roman"/>
              </a:rPr>
              <a:t>INTE</a:t>
            </a:r>
            <a:r>
              <a:rPr lang="en-US" altLang="zh-CN" sz="3000" spc="135" dirty="0">
                <a:solidFill>
                  <a:srgbClr val="BF4F4C"/>
                </a:solidFill>
                <a:latin typeface="Times New Roman"/>
                <a:ea typeface="Times New Roman"/>
              </a:rPr>
              <a:t>RFACE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255" name="TextBox 255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256" name="TextBox 256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31</a:t>
            </a:r>
          </a:p>
        </p:txBody>
      </p:sp>
      <p:sp>
        <p:nvSpPr>
          <p:cNvPr id="257" name="TextBox 257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Picture 2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276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Freeform 277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79"/>
          <p:cNvSpPr txBox="1"/>
          <p:nvPr/>
        </p:nvSpPr>
        <p:spPr>
          <a:xfrm>
            <a:off x="549275" y="503496"/>
            <a:ext cx="3588373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14" dirty="0">
                <a:solidFill>
                  <a:srgbClr val="BF4F4C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3000" spc="104" dirty="0">
                <a:solidFill>
                  <a:srgbClr val="BF4F4C"/>
                </a:solidFill>
                <a:latin typeface="Times New Roman"/>
                <a:ea typeface="Times New Roman"/>
              </a:rPr>
              <a:t>ALITIES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280" name="TextBox 280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281" name="TextBox 281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34</a:t>
            </a:r>
          </a:p>
        </p:txBody>
      </p:sp>
      <p:sp>
        <p:nvSpPr>
          <p:cNvPr id="282" name="TextBox 282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" y="1581209"/>
            <a:ext cx="7017111" cy="334027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Picture 2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259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Freeform 260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2" name="Picture 2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" y="1706880"/>
            <a:ext cx="8252459" cy="3886200"/>
          </a:xfrm>
          <a:prstGeom prst="rect">
            <a:avLst/>
          </a:prstGeom>
        </p:spPr>
      </p:pic>
      <p:sp>
        <p:nvSpPr>
          <p:cNvPr id="3" name="TextBox 262"/>
          <p:cNvSpPr txBox="1"/>
          <p:nvPr/>
        </p:nvSpPr>
        <p:spPr>
          <a:xfrm>
            <a:off x="549275" y="503496"/>
            <a:ext cx="3461997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45" dirty="0">
                <a:solidFill>
                  <a:srgbClr val="BF4F4C"/>
                </a:solidFill>
                <a:latin typeface="Times New Roman"/>
                <a:ea typeface="Times New Roman"/>
              </a:rPr>
              <a:t>INTE</a:t>
            </a:r>
            <a:r>
              <a:rPr lang="en-US" altLang="zh-CN" sz="3000" spc="135" dirty="0">
                <a:solidFill>
                  <a:srgbClr val="BF4F4C"/>
                </a:solidFill>
                <a:latin typeface="Times New Roman"/>
                <a:ea typeface="Times New Roman"/>
              </a:rPr>
              <a:t>RFACE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263" name="TextBox 263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264" name="TextBox 264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32</a:t>
            </a:r>
          </a:p>
        </p:txBody>
      </p:sp>
      <p:sp>
        <p:nvSpPr>
          <p:cNvPr id="265" name="TextBox 265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Picture 2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267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Freeform 268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0" name="Picture 2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" y="1188719"/>
            <a:ext cx="5128260" cy="2575560"/>
          </a:xfrm>
          <a:prstGeom prst="rect">
            <a:avLst/>
          </a:prstGeom>
        </p:spPr>
      </p:pic>
      <p:pic>
        <p:nvPicPr>
          <p:cNvPr id="271" name="Picture 2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" y="3954779"/>
            <a:ext cx="8252459" cy="2080260"/>
          </a:xfrm>
          <a:prstGeom prst="rect">
            <a:avLst/>
          </a:prstGeom>
        </p:spPr>
      </p:pic>
      <p:sp>
        <p:nvSpPr>
          <p:cNvPr id="3" name="TextBox 271"/>
          <p:cNvSpPr txBox="1"/>
          <p:nvPr/>
        </p:nvSpPr>
        <p:spPr>
          <a:xfrm>
            <a:off x="549275" y="503496"/>
            <a:ext cx="3461997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45" dirty="0">
                <a:solidFill>
                  <a:srgbClr val="BF4F4C"/>
                </a:solidFill>
                <a:latin typeface="Times New Roman"/>
                <a:ea typeface="Times New Roman"/>
              </a:rPr>
              <a:t>INTE</a:t>
            </a:r>
            <a:r>
              <a:rPr lang="en-US" altLang="zh-CN" sz="3000" spc="135" dirty="0">
                <a:solidFill>
                  <a:srgbClr val="BF4F4C"/>
                </a:solidFill>
                <a:latin typeface="Times New Roman"/>
                <a:ea typeface="Times New Roman"/>
              </a:rPr>
              <a:t>RFACE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272" name="TextBox 272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273" name="TextBox 273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33</a:t>
            </a:r>
          </a:p>
        </p:txBody>
      </p:sp>
      <p:sp>
        <p:nvSpPr>
          <p:cNvPr id="274" name="TextBox 274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Picture 2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6217920"/>
            <a:ext cx="533400" cy="556259"/>
          </a:xfrm>
          <a:prstGeom prst="rect">
            <a:avLst/>
          </a:prstGeom>
        </p:spPr>
      </p:pic>
      <p:sp>
        <p:nvSpPr>
          <p:cNvPr id="2" name="Freeform 284"/>
          <p:cNvSpPr/>
          <p:nvPr/>
        </p:nvSpPr>
        <p:spPr>
          <a:xfrm>
            <a:off x="446087" y="6110287"/>
            <a:ext cx="8240712" cy="23812"/>
          </a:xfrm>
          <a:custGeom>
            <a:avLst/>
            <a:gdLst>
              <a:gd name="connsiteX0" fmla="*/ 11112 w 8240712"/>
              <a:gd name="connsiteY0" fmla="*/ 14287 h 23812"/>
              <a:gd name="connsiteX1" fmla="*/ 8240712 w 8240712"/>
              <a:gd name="connsiteY1" fmla="*/ 14287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4287"/>
                </a:moveTo>
                <a:lnTo>
                  <a:pt x="8240712" y="14287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Freeform 285"/>
          <p:cNvSpPr/>
          <p:nvPr/>
        </p:nvSpPr>
        <p:spPr>
          <a:xfrm>
            <a:off x="446087" y="1055687"/>
            <a:ext cx="8240712" cy="23812"/>
          </a:xfrm>
          <a:custGeom>
            <a:avLst/>
            <a:gdLst>
              <a:gd name="connsiteX0" fmla="*/ 11112 w 8240712"/>
              <a:gd name="connsiteY0" fmla="*/ 11112 h 23812"/>
              <a:gd name="connsiteX1" fmla="*/ 8240712 w 8240712"/>
              <a:gd name="connsiteY1" fmla="*/ 111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0712" h="23812">
                <a:moveTo>
                  <a:pt x="11112" y="11112"/>
                </a:moveTo>
                <a:lnTo>
                  <a:pt x="8240712" y="11112"/>
                </a:lnTo>
              </a:path>
            </a:pathLst>
          </a:custGeom>
          <a:ln w="22224">
            <a:solidFill>
              <a:srgbClr val="BF4F4C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87"/>
          <p:cNvSpPr txBox="1"/>
          <p:nvPr/>
        </p:nvSpPr>
        <p:spPr>
          <a:xfrm>
            <a:off x="549275" y="503496"/>
            <a:ext cx="3588373" cy="6136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114" dirty="0">
                <a:solidFill>
                  <a:srgbClr val="BF4F4C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3000" spc="104" dirty="0">
                <a:solidFill>
                  <a:srgbClr val="BF4F4C"/>
                </a:solidFill>
                <a:latin typeface="Times New Roman"/>
                <a:ea typeface="Times New Roman"/>
              </a:rPr>
              <a:t>ALITIES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610235">
              <a:lnSpc>
                <a:spcPct val="100000"/>
              </a:lnSpc>
            </a:pP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200" spc="6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Computer</a:t>
            </a:r>
            <a:r>
              <a:rPr lang="en-US" altLang="zh-CN" sz="1200" spc="69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4" dirty="0">
                <a:solidFill>
                  <a:srgbClr val="BF4F4C"/>
                </a:solidFill>
                <a:latin typeface="Times New Roman"/>
                <a:ea typeface="Times New Roman"/>
              </a:rPr>
              <a:t>Applications</a:t>
            </a:r>
          </a:p>
        </p:txBody>
      </p:sp>
      <p:sp>
        <p:nvSpPr>
          <p:cNvPr id="288" name="TextBox 288"/>
          <p:cNvSpPr txBox="1"/>
          <p:nvPr/>
        </p:nvSpPr>
        <p:spPr>
          <a:xfrm>
            <a:off x="7654925" y="6464150"/>
            <a:ext cx="50854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90" dirty="0">
                <a:solidFill>
                  <a:srgbClr val="BF4F4C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200" spc="85" dirty="0">
                <a:solidFill>
                  <a:srgbClr val="BF4F4C"/>
                </a:solidFill>
                <a:latin typeface="Times New Roman"/>
                <a:ea typeface="Times New Roman"/>
              </a:rPr>
              <a:t>lides:</a:t>
            </a:r>
          </a:p>
        </p:txBody>
      </p:sp>
      <p:sp>
        <p:nvSpPr>
          <p:cNvPr id="289" name="TextBox 289"/>
          <p:cNvSpPr txBox="1"/>
          <p:nvPr/>
        </p:nvSpPr>
        <p:spPr>
          <a:xfrm>
            <a:off x="8183626" y="6470182"/>
            <a:ext cx="202652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25" dirty="0">
                <a:solidFill>
                  <a:srgbClr val="BF4F4C"/>
                </a:solidFill>
                <a:latin typeface="Times New Roman"/>
                <a:ea typeface="Times New Roman"/>
              </a:rPr>
              <a:t>35</a:t>
            </a:r>
          </a:p>
        </p:txBody>
      </p:sp>
      <p:sp>
        <p:nvSpPr>
          <p:cNvPr id="290" name="TextBox 290"/>
          <p:cNvSpPr txBox="1"/>
          <p:nvPr/>
        </p:nvSpPr>
        <p:spPr>
          <a:xfrm>
            <a:off x="8405876" y="6465207"/>
            <a:ext cx="346017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145" dirty="0">
                <a:solidFill>
                  <a:srgbClr val="BF4F4C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200" spc="114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259" dirty="0">
                <a:solidFill>
                  <a:srgbClr val="BF4F4C"/>
                </a:solidFill>
                <a:latin typeface="Times New Roman"/>
                <a:ea typeface="Times New Roman"/>
              </a:rPr>
              <a:t>20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" y="1590937"/>
            <a:ext cx="7017111" cy="33402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291"/>
          <p:cNvSpPr txBox="1"/>
          <p:nvPr/>
        </p:nvSpPr>
        <p:spPr>
          <a:xfrm>
            <a:off x="3412871" y="3212406"/>
            <a:ext cx="2452573" cy="457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000" spc="44" dirty="0">
                <a:solidFill>
                  <a:srgbClr val="BF4F4C"/>
                </a:solidFill>
                <a:latin typeface="Times New Roman"/>
                <a:ea typeface="Times New Roman"/>
              </a:rPr>
              <a:t>THANK</a:t>
            </a:r>
            <a:r>
              <a:rPr lang="en-US" altLang="zh-CN" sz="3000" spc="160" dirty="0">
                <a:solidFill>
                  <a:srgbClr val="BF4F4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000" spc="55" dirty="0">
                <a:solidFill>
                  <a:srgbClr val="BF4F4C"/>
                </a:solidFill>
                <a:latin typeface="Times New Roman"/>
                <a:ea typeface="Times New Roman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1475</Words>
  <Application>Microsoft Office PowerPoint</Application>
  <PresentationFormat>On-screen Show (4:3)</PresentationFormat>
  <Paragraphs>1750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宋体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Microsoft account</cp:lastModifiedBy>
  <cp:revision>2</cp:revision>
  <dcterms:created xsi:type="dcterms:W3CDTF">2011-01-21T15:00:27Z</dcterms:created>
  <dcterms:modified xsi:type="dcterms:W3CDTF">2025-09-24T10:50:57Z</dcterms:modified>
</cp:coreProperties>
</file>